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2" r:id="rId2"/>
    <p:sldId id="353" r:id="rId3"/>
    <p:sldId id="356" r:id="rId4"/>
    <p:sldId id="358" r:id="rId5"/>
    <p:sldId id="357" r:id="rId6"/>
    <p:sldId id="354" r:id="rId7"/>
    <p:sldId id="359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5B12DFF1-98FF-6541-A0C5-D6B1A5F639AA}">
          <p14:sldIdLst>
            <p14:sldId id="282"/>
            <p14:sldId id="353"/>
            <p14:sldId id="356"/>
            <p14:sldId id="358"/>
            <p14:sldId id="357"/>
            <p14:sldId id="354"/>
            <p14:sldId id="359"/>
          </p14:sldIdLst>
        </p14:section>
        <p14:section name="Fundo Personalizaveis_Exemplo" id="{6C5F7329-36BB-1F46-B364-0916AC843D0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8AFB0"/>
    <a:srgbClr val="23324C"/>
    <a:srgbClr val="B9E2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0DCC09-1A20-FF49-A9C4-EB0A8AB71F81}" v="482" dt="2025-10-28T09:35:11.1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Estilo Claro 2 - Destaqu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Estilo Claro 2 - Destaqu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Estilo Claro 2 - Destaqu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Estilo Claro 2 - Destaqu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Estilo Médio 1 - Destaqu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88"/>
    <p:restoredTop sz="95108"/>
  </p:normalViewPr>
  <p:slideViewPr>
    <p:cSldViewPr snapToGrid="0" snapToObjects="1">
      <p:cViewPr varScale="1">
        <p:scale>
          <a:sx n="101" d="100"/>
          <a:sy n="101" d="100"/>
        </p:scale>
        <p:origin x="224" y="480"/>
      </p:cViewPr>
      <p:guideLst>
        <p:guide orient="horz" pos="2160"/>
        <p:guide pos="5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283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nardo Farinha Malaca" userId="cc63c941-4213-4c2d-a0fa-226cda4175e6" providerId="ADAL" clId="{3A6DC909-0391-5687-AD97-65873B760A76}"/>
    <pc:docChg chg="undo custSel addSld delSld modSld sldOrd modSection">
      <pc:chgData name="Bernardo Farinha Malaca" userId="cc63c941-4213-4c2d-a0fa-226cda4175e6" providerId="ADAL" clId="{3A6DC909-0391-5687-AD97-65873B760A76}" dt="2025-10-28T09:35:25.683" v="10311" actId="27636"/>
      <pc:docMkLst>
        <pc:docMk/>
      </pc:docMkLst>
      <pc:sldChg chg="del">
        <pc:chgData name="Bernardo Farinha Malaca" userId="cc63c941-4213-4c2d-a0fa-226cda4175e6" providerId="ADAL" clId="{3A6DC909-0391-5687-AD97-65873B760A76}" dt="2025-10-13T09:01:13.773" v="7656" actId="2696"/>
        <pc:sldMkLst>
          <pc:docMk/>
          <pc:sldMk cId="182676702" sldId="260"/>
        </pc:sldMkLst>
      </pc:sldChg>
      <pc:sldChg chg="del">
        <pc:chgData name="Bernardo Farinha Malaca" userId="cc63c941-4213-4c2d-a0fa-226cda4175e6" providerId="ADAL" clId="{3A6DC909-0391-5687-AD97-65873B760A76}" dt="2025-10-13T09:01:13.768" v="7654" actId="2696"/>
        <pc:sldMkLst>
          <pc:docMk/>
          <pc:sldMk cId="3672136460" sldId="261"/>
        </pc:sldMkLst>
      </pc:sldChg>
      <pc:sldChg chg="del">
        <pc:chgData name="Bernardo Farinha Malaca" userId="cc63c941-4213-4c2d-a0fa-226cda4175e6" providerId="ADAL" clId="{3A6DC909-0391-5687-AD97-65873B760A76}" dt="2025-10-13T09:01:13.659" v="7640" actId="2696"/>
        <pc:sldMkLst>
          <pc:docMk/>
          <pc:sldMk cId="588607574" sldId="262"/>
        </pc:sldMkLst>
      </pc:sldChg>
      <pc:sldChg chg="del">
        <pc:chgData name="Bernardo Farinha Malaca" userId="cc63c941-4213-4c2d-a0fa-226cda4175e6" providerId="ADAL" clId="{3A6DC909-0391-5687-AD97-65873B760A76}" dt="2025-10-13T09:01:13.769" v="7655" actId="2696"/>
        <pc:sldMkLst>
          <pc:docMk/>
          <pc:sldMk cId="1226532646" sldId="263"/>
        </pc:sldMkLst>
      </pc:sldChg>
      <pc:sldChg chg="del">
        <pc:chgData name="Bernardo Farinha Malaca" userId="cc63c941-4213-4c2d-a0fa-226cda4175e6" providerId="ADAL" clId="{3A6DC909-0391-5687-AD97-65873B760A76}" dt="2025-10-13T09:01:13.636" v="7637" actId="2696"/>
        <pc:sldMkLst>
          <pc:docMk/>
          <pc:sldMk cId="2105184861" sldId="266"/>
        </pc:sldMkLst>
      </pc:sldChg>
      <pc:sldChg chg="del">
        <pc:chgData name="Bernardo Farinha Malaca" userId="cc63c941-4213-4c2d-a0fa-226cda4175e6" providerId="ADAL" clId="{3A6DC909-0391-5687-AD97-65873B760A76}" dt="2025-10-13T09:01:13.762" v="7647" actId="2696"/>
        <pc:sldMkLst>
          <pc:docMk/>
          <pc:sldMk cId="461881352" sldId="268"/>
        </pc:sldMkLst>
      </pc:sldChg>
      <pc:sldChg chg="del">
        <pc:chgData name="Bernardo Farinha Malaca" userId="cc63c941-4213-4c2d-a0fa-226cda4175e6" providerId="ADAL" clId="{3A6DC909-0391-5687-AD97-65873B760A76}" dt="2025-10-13T09:01:13.671" v="7642" actId="2696"/>
        <pc:sldMkLst>
          <pc:docMk/>
          <pc:sldMk cId="2929032442" sldId="269"/>
        </pc:sldMkLst>
      </pc:sldChg>
      <pc:sldChg chg="del">
        <pc:chgData name="Bernardo Farinha Malaca" userId="cc63c941-4213-4c2d-a0fa-226cda4175e6" providerId="ADAL" clId="{3A6DC909-0391-5687-AD97-65873B760A76}" dt="2025-10-13T09:01:13.657" v="7639" actId="2696"/>
        <pc:sldMkLst>
          <pc:docMk/>
          <pc:sldMk cId="2048782952" sldId="270"/>
        </pc:sldMkLst>
      </pc:sldChg>
      <pc:sldChg chg="del">
        <pc:chgData name="Bernardo Farinha Malaca" userId="cc63c941-4213-4c2d-a0fa-226cda4175e6" providerId="ADAL" clId="{3A6DC909-0391-5687-AD97-65873B760A76}" dt="2025-10-13T09:01:13.689" v="7644" actId="2696"/>
        <pc:sldMkLst>
          <pc:docMk/>
          <pc:sldMk cId="1890680485" sldId="272"/>
        </pc:sldMkLst>
      </pc:sldChg>
      <pc:sldChg chg="del">
        <pc:chgData name="Bernardo Farinha Malaca" userId="cc63c941-4213-4c2d-a0fa-226cda4175e6" providerId="ADAL" clId="{3A6DC909-0391-5687-AD97-65873B760A76}" dt="2025-10-13T09:01:13.765" v="7649" actId="2696"/>
        <pc:sldMkLst>
          <pc:docMk/>
          <pc:sldMk cId="2837898194" sldId="273"/>
        </pc:sldMkLst>
      </pc:sldChg>
      <pc:sldChg chg="del">
        <pc:chgData name="Bernardo Farinha Malaca" userId="cc63c941-4213-4c2d-a0fa-226cda4175e6" providerId="ADAL" clId="{3A6DC909-0391-5687-AD97-65873B760A76}" dt="2025-10-13T09:01:13.671" v="7641" actId="2696"/>
        <pc:sldMkLst>
          <pc:docMk/>
          <pc:sldMk cId="4210916657" sldId="274"/>
        </pc:sldMkLst>
      </pc:sldChg>
      <pc:sldChg chg="del">
        <pc:chgData name="Bernardo Farinha Malaca" userId="cc63c941-4213-4c2d-a0fa-226cda4175e6" providerId="ADAL" clId="{3A6DC909-0391-5687-AD97-65873B760A76}" dt="2025-10-13T09:01:13.766" v="7650" actId="2696"/>
        <pc:sldMkLst>
          <pc:docMk/>
          <pc:sldMk cId="3659610600" sldId="275"/>
        </pc:sldMkLst>
      </pc:sldChg>
      <pc:sldChg chg="del">
        <pc:chgData name="Bernardo Farinha Malaca" userId="cc63c941-4213-4c2d-a0fa-226cda4175e6" providerId="ADAL" clId="{3A6DC909-0391-5687-AD97-65873B760A76}" dt="2025-10-13T09:01:13.767" v="7652" actId="2696"/>
        <pc:sldMkLst>
          <pc:docMk/>
          <pc:sldMk cId="44302698" sldId="276"/>
        </pc:sldMkLst>
      </pc:sldChg>
      <pc:sldChg chg="del">
        <pc:chgData name="Bernardo Farinha Malaca" userId="cc63c941-4213-4c2d-a0fa-226cda4175e6" providerId="ADAL" clId="{3A6DC909-0391-5687-AD97-65873B760A76}" dt="2025-10-13T09:01:13.689" v="7645" actId="2696"/>
        <pc:sldMkLst>
          <pc:docMk/>
          <pc:sldMk cId="3867078125" sldId="277"/>
        </pc:sldMkLst>
      </pc:sldChg>
      <pc:sldChg chg="del">
        <pc:chgData name="Bernardo Farinha Malaca" userId="cc63c941-4213-4c2d-a0fa-226cda4175e6" providerId="ADAL" clId="{3A6DC909-0391-5687-AD97-65873B760A76}" dt="2025-10-13T09:01:13.774" v="7657" actId="2696"/>
        <pc:sldMkLst>
          <pc:docMk/>
          <pc:sldMk cId="1947017532" sldId="278"/>
        </pc:sldMkLst>
      </pc:sldChg>
      <pc:sldChg chg="modSp mod">
        <pc:chgData name="Bernardo Farinha Malaca" userId="cc63c941-4213-4c2d-a0fa-226cda4175e6" providerId="ADAL" clId="{3A6DC909-0391-5687-AD97-65873B760A76}" dt="2025-10-24T17:33:58.860" v="8559" actId="20577"/>
        <pc:sldMkLst>
          <pc:docMk/>
          <pc:sldMk cId="2448482927" sldId="282"/>
        </pc:sldMkLst>
        <pc:spChg chg="mod">
          <ac:chgData name="Bernardo Farinha Malaca" userId="cc63c941-4213-4c2d-a0fa-226cda4175e6" providerId="ADAL" clId="{3A6DC909-0391-5687-AD97-65873B760A76}" dt="2025-10-24T17:33:58.860" v="8559" actId="20577"/>
          <ac:spMkLst>
            <pc:docMk/>
            <pc:sldMk cId="2448482927" sldId="282"/>
            <ac:spMk id="3" creationId="{E8681805-610E-D04D-943B-8A2695B7A3D6}"/>
          </ac:spMkLst>
        </pc:spChg>
      </pc:sldChg>
      <pc:sldChg chg="del">
        <pc:chgData name="Bernardo Farinha Malaca" userId="cc63c941-4213-4c2d-a0fa-226cda4175e6" providerId="ADAL" clId="{3A6DC909-0391-5687-AD97-65873B760A76}" dt="2025-10-13T09:01:13.672" v="7643" actId="2696"/>
        <pc:sldMkLst>
          <pc:docMk/>
          <pc:sldMk cId="2097081708" sldId="285"/>
        </pc:sldMkLst>
      </pc:sldChg>
      <pc:sldChg chg="del">
        <pc:chgData name="Bernardo Farinha Malaca" userId="cc63c941-4213-4c2d-a0fa-226cda4175e6" providerId="ADAL" clId="{3A6DC909-0391-5687-AD97-65873B760A76}" dt="2025-10-13T09:01:13.768" v="7653" actId="2696"/>
        <pc:sldMkLst>
          <pc:docMk/>
          <pc:sldMk cId="1703195712" sldId="286"/>
        </pc:sldMkLst>
      </pc:sldChg>
      <pc:sldChg chg="del">
        <pc:chgData name="Bernardo Farinha Malaca" userId="cc63c941-4213-4c2d-a0fa-226cda4175e6" providerId="ADAL" clId="{3A6DC909-0391-5687-AD97-65873B760A76}" dt="2025-10-13T09:01:13.690" v="7646" actId="2696"/>
        <pc:sldMkLst>
          <pc:docMk/>
          <pc:sldMk cId="422189733" sldId="287"/>
        </pc:sldMkLst>
      </pc:sldChg>
      <pc:sldChg chg="del">
        <pc:chgData name="Bernardo Farinha Malaca" userId="cc63c941-4213-4c2d-a0fa-226cda4175e6" providerId="ADAL" clId="{3A6DC909-0391-5687-AD97-65873B760A76}" dt="2025-10-13T09:01:13.763" v="7648" actId="2696"/>
        <pc:sldMkLst>
          <pc:docMk/>
          <pc:sldMk cId="308837311" sldId="288"/>
        </pc:sldMkLst>
      </pc:sldChg>
      <pc:sldChg chg="del">
        <pc:chgData name="Bernardo Farinha Malaca" userId="cc63c941-4213-4c2d-a0fa-226cda4175e6" providerId="ADAL" clId="{3A6DC909-0391-5687-AD97-65873B760A76}" dt="2025-10-13T09:01:13.777" v="7658" actId="2696"/>
        <pc:sldMkLst>
          <pc:docMk/>
          <pc:sldMk cId="1300902989" sldId="289"/>
        </pc:sldMkLst>
      </pc:sldChg>
      <pc:sldChg chg="del">
        <pc:chgData name="Bernardo Farinha Malaca" userId="cc63c941-4213-4c2d-a0fa-226cda4175e6" providerId="ADAL" clId="{3A6DC909-0391-5687-AD97-65873B760A76}" dt="2025-10-13T09:01:13.766" v="7651" actId="2696"/>
        <pc:sldMkLst>
          <pc:docMk/>
          <pc:sldMk cId="2001934076" sldId="290"/>
        </pc:sldMkLst>
      </pc:sldChg>
      <pc:sldChg chg="del">
        <pc:chgData name="Bernardo Farinha Malaca" userId="cc63c941-4213-4c2d-a0fa-226cda4175e6" providerId="ADAL" clId="{3A6DC909-0391-5687-AD97-65873B760A76}" dt="2025-10-13T09:01:13.655" v="7638" actId="2696"/>
        <pc:sldMkLst>
          <pc:docMk/>
          <pc:sldMk cId="4159011494" sldId="291"/>
        </pc:sldMkLst>
      </pc:sldChg>
      <pc:sldChg chg="addSp delSp modSp del mod addAnim delAnim modAnim">
        <pc:chgData name="Bernardo Farinha Malaca" userId="cc63c941-4213-4c2d-a0fa-226cda4175e6" providerId="ADAL" clId="{3A6DC909-0391-5687-AD97-65873B760A76}" dt="2025-10-24T20:27:51.494" v="8575" actId="2696"/>
        <pc:sldMkLst>
          <pc:docMk/>
          <pc:sldMk cId="1347658648" sldId="334"/>
        </pc:sldMkLst>
      </pc:sldChg>
      <pc:sldChg chg="addSp delSp modSp add del mod addAnim delAnim">
        <pc:chgData name="Bernardo Farinha Malaca" userId="cc63c941-4213-4c2d-a0fa-226cda4175e6" providerId="ADAL" clId="{3A6DC909-0391-5687-AD97-65873B760A76}" dt="2025-10-24T21:58:32.534" v="8779" actId="2696"/>
        <pc:sldMkLst>
          <pc:docMk/>
          <pc:sldMk cId="905951677" sldId="335"/>
        </pc:sldMkLst>
      </pc:sldChg>
      <pc:sldChg chg="addSp delSp modSp add del mod delAnim modAnim">
        <pc:chgData name="Bernardo Farinha Malaca" userId="cc63c941-4213-4c2d-a0fa-226cda4175e6" providerId="ADAL" clId="{3A6DC909-0391-5687-AD97-65873B760A76}" dt="2025-10-24T21:58:32.508" v="8771" actId="2696"/>
        <pc:sldMkLst>
          <pc:docMk/>
          <pc:sldMk cId="3669800405" sldId="336"/>
        </pc:sldMkLst>
      </pc:sldChg>
      <pc:sldChg chg="addSp delSp modSp add del mod delAnim modAnim">
        <pc:chgData name="Bernardo Farinha Malaca" userId="cc63c941-4213-4c2d-a0fa-226cda4175e6" providerId="ADAL" clId="{3A6DC909-0391-5687-AD97-65873B760A76}" dt="2025-10-02T11:11:57.211" v="1100" actId="2696"/>
        <pc:sldMkLst>
          <pc:docMk/>
          <pc:sldMk cId="1267302080" sldId="337"/>
        </pc:sldMkLst>
      </pc:sldChg>
      <pc:sldChg chg="addSp delSp modSp add del mod ord delAnim modAnim">
        <pc:chgData name="Bernardo Farinha Malaca" userId="cc63c941-4213-4c2d-a0fa-226cda4175e6" providerId="ADAL" clId="{3A6DC909-0391-5687-AD97-65873B760A76}" dt="2025-10-24T21:58:32.546" v="8781" actId="2696"/>
        <pc:sldMkLst>
          <pc:docMk/>
          <pc:sldMk cId="2728194887" sldId="338"/>
        </pc:sldMkLst>
      </pc:sldChg>
      <pc:sldChg chg="modSp add del mod">
        <pc:chgData name="Bernardo Farinha Malaca" userId="cc63c941-4213-4c2d-a0fa-226cda4175e6" providerId="ADAL" clId="{3A6DC909-0391-5687-AD97-65873B760A76}" dt="2025-10-24T21:58:32.522" v="8776" actId="2696"/>
        <pc:sldMkLst>
          <pc:docMk/>
          <pc:sldMk cId="3309508273" sldId="339"/>
        </pc:sldMkLst>
      </pc:sldChg>
      <pc:sldChg chg="addSp delSp modSp add del mod ord delAnim modAnim">
        <pc:chgData name="Bernardo Farinha Malaca" userId="cc63c941-4213-4c2d-a0fa-226cda4175e6" providerId="ADAL" clId="{3A6DC909-0391-5687-AD97-65873B760A76}" dt="2025-10-24T21:58:32.565" v="8787" actId="2696"/>
        <pc:sldMkLst>
          <pc:docMk/>
          <pc:sldMk cId="4088671972" sldId="340"/>
        </pc:sldMkLst>
      </pc:sldChg>
      <pc:sldChg chg="addSp delSp modSp add del mod ord delAnim modAnim">
        <pc:chgData name="Bernardo Farinha Malaca" userId="cc63c941-4213-4c2d-a0fa-226cda4175e6" providerId="ADAL" clId="{3A6DC909-0391-5687-AD97-65873B760A76}" dt="2025-10-24T21:58:32.516" v="8773" actId="2696"/>
        <pc:sldMkLst>
          <pc:docMk/>
          <pc:sldMk cId="3750432407" sldId="341"/>
        </pc:sldMkLst>
      </pc:sldChg>
      <pc:sldChg chg="addSp delSp modSp add del mod ord modAnim">
        <pc:chgData name="Bernardo Farinha Malaca" userId="cc63c941-4213-4c2d-a0fa-226cda4175e6" providerId="ADAL" clId="{3A6DC909-0391-5687-AD97-65873B760A76}" dt="2025-10-24T21:58:32.557" v="8784" actId="2696"/>
        <pc:sldMkLst>
          <pc:docMk/>
          <pc:sldMk cId="746711821" sldId="342"/>
        </pc:sldMkLst>
      </pc:sldChg>
      <pc:sldChg chg="add del ord">
        <pc:chgData name="Bernardo Farinha Malaca" userId="cc63c941-4213-4c2d-a0fa-226cda4175e6" providerId="ADAL" clId="{3A6DC909-0391-5687-AD97-65873B760A76}" dt="2025-10-24T21:58:32.559" v="8786" actId="2696"/>
        <pc:sldMkLst>
          <pc:docMk/>
          <pc:sldMk cId="644892151" sldId="343"/>
        </pc:sldMkLst>
      </pc:sldChg>
      <pc:sldChg chg="addSp delSp modSp add del mod delAnim modAnim modShow">
        <pc:chgData name="Bernardo Farinha Malaca" userId="cc63c941-4213-4c2d-a0fa-226cda4175e6" providerId="ADAL" clId="{3A6DC909-0391-5687-AD97-65873B760A76}" dt="2025-10-24T21:58:32.558" v="8785" actId="2696"/>
        <pc:sldMkLst>
          <pc:docMk/>
          <pc:sldMk cId="86967205" sldId="344"/>
        </pc:sldMkLst>
      </pc:sldChg>
      <pc:sldChg chg="addSp delSp modSp add del mod delAnim modShow">
        <pc:chgData name="Bernardo Farinha Malaca" userId="cc63c941-4213-4c2d-a0fa-226cda4175e6" providerId="ADAL" clId="{3A6DC909-0391-5687-AD97-65873B760A76}" dt="2025-10-24T21:58:32.518" v="8774" actId="2696"/>
        <pc:sldMkLst>
          <pc:docMk/>
          <pc:sldMk cId="2869437643" sldId="345"/>
        </pc:sldMkLst>
      </pc:sldChg>
      <pc:sldChg chg="addSp delSp modSp add del mod modShow">
        <pc:chgData name="Bernardo Farinha Malaca" userId="cc63c941-4213-4c2d-a0fa-226cda4175e6" providerId="ADAL" clId="{3A6DC909-0391-5687-AD97-65873B760A76}" dt="2025-10-24T21:58:32.523" v="8777" actId="2696"/>
        <pc:sldMkLst>
          <pc:docMk/>
          <pc:sldMk cId="3185742148" sldId="346"/>
        </pc:sldMkLst>
      </pc:sldChg>
      <pc:sldChg chg="addSp delSp modSp add del mod modAnim">
        <pc:chgData name="Bernardo Farinha Malaca" userId="cc63c941-4213-4c2d-a0fa-226cda4175e6" providerId="ADAL" clId="{3A6DC909-0391-5687-AD97-65873B760A76}" dt="2025-10-24T21:58:32.550" v="8782" actId="2696"/>
        <pc:sldMkLst>
          <pc:docMk/>
          <pc:sldMk cId="71577599" sldId="347"/>
        </pc:sldMkLst>
      </pc:sldChg>
      <pc:sldChg chg="addSp delSp modSp new del mod">
        <pc:chgData name="Bernardo Farinha Malaca" userId="cc63c941-4213-4c2d-a0fa-226cda4175e6" providerId="ADAL" clId="{3A6DC909-0391-5687-AD97-65873B760A76}" dt="2025-10-08T14:15:03.045" v="5331" actId="2696"/>
        <pc:sldMkLst>
          <pc:docMk/>
          <pc:sldMk cId="3182597897" sldId="347"/>
        </pc:sldMkLst>
      </pc:sldChg>
      <pc:sldChg chg="addSp delSp modSp add del mod delAnim modAnim">
        <pc:chgData name="Bernardo Farinha Malaca" userId="cc63c941-4213-4c2d-a0fa-226cda4175e6" providerId="ADAL" clId="{3A6DC909-0391-5687-AD97-65873B760A76}" dt="2025-10-24T21:58:32.535" v="8780" actId="2696"/>
        <pc:sldMkLst>
          <pc:docMk/>
          <pc:sldMk cId="3079424124" sldId="348"/>
        </pc:sldMkLst>
      </pc:sldChg>
      <pc:sldChg chg="add del">
        <pc:chgData name="Bernardo Farinha Malaca" userId="cc63c941-4213-4c2d-a0fa-226cda4175e6" providerId="ADAL" clId="{3A6DC909-0391-5687-AD97-65873B760A76}" dt="2025-10-24T21:58:32.513" v="8772" actId="2696"/>
        <pc:sldMkLst>
          <pc:docMk/>
          <pc:sldMk cId="1360531195" sldId="349"/>
        </pc:sldMkLst>
      </pc:sldChg>
      <pc:sldChg chg="delSp modSp add del mod ord delAnim">
        <pc:chgData name="Bernardo Farinha Malaca" userId="cc63c941-4213-4c2d-a0fa-226cda4175e6" providerId="ADAL" clId="{3A6DC909-0391-5687-AD97-65873B760A76}" dt="2025-10-24T21:58:32.524" v="8778" actId="2696"/>
        <pc:sldMkLst>
          <pc:docMk/>
          <pc:sldMk cId="4150393904" sldId="350"/>
        </pc:sldMkLst>
      </pc:sldChg>
      <pc:sldChg chg="add del">
        <pc:chgData name="Bernardo Farinha Malaca" userId="cc63c941-4213-4c2d-a0fa-226cda4175e6" providerId="ADAL" clId="{3A6DC909-0391-5687-AD97-65873B760A76}" dt="2025-10-24T21:58:32.551" v="8783" actId="2696"/>
        <pc:sldMkLst>
          <pc:docMk/>
          <pc:sldMk cId="2581787026" sldId="351"/>
        </pc:sldMkLst>
      </pc:sldChg>
      <pc:sldChg chg="addSp delSp modSp add del mod delAnim modAnim">
        <pc:chgData name="Bernardo Farinha Malaca" userId="cc63c941-4213-4c2d-a0fa-226cda4175e6" providerId="ADAL" clId="{3A6DC909-0391-5687-AD97-65873B760A76}" dt="2025-10-24T21:58:32.520" v="8775" actId="2696"/>
        <pc:sldMkLst>
          <pc:docMk/>
          <pc:sldMk cId="1739310165" sldId="352"/>
        </pc:sldMkLst>
      </pc:sldChg>
      <pc:sldChg chg="add del">
        <pc:chgData name="Bernardo Farinha Malaca" userId="cc63c941-4213-4c2d-a0fa-226cda4175e6" providerId="ADAL" clId="{3A6DC909-0391-5687-AD97-65873B760A76}" dt="2025-10-13T11:53:43.864" v="7860"/>
        <pc:sldMkLst>
          <pc:docMk/>
          <pc:sldMk cId="3091436197" sldId="352"/>
        </pc:sldMkLst>
      </pc:sldChg>
      <pc:sldChg chg="modSp add mod modAnim modShow">
        <pc:chgData name="Bernardo Farinha Malaca" userId="cc63c941-4213-4c2d-a0fa-226cda4175e6" providerId="ADAL" clId="{3A6DC909-0391-5687-AD97-65873B760A76}" dt="2025-10-28T09:31:31.794" v="10136" actId="20577"/>
        <pc:sldMkLst>
          <pc:docMk/>
          <pc:sldMk cId="1238457246" sldId="353"/>
        </pc:sldMkLst>
        <pc:spChg chg="mod">
          <ac:chgData name="Bernardo Farinha Malaca" userId="cc63c941-4213-4c2d-a0fa-226cda4175e6" providerId="ADAL" clId="{3A6DC909-0391-5687-AD97-65873B760A76}" dt="2025-10-27T18:33:08.399" v="10106" actId="20577"/>
          <ac:spMkLst>
            <pc:docMk/>
            <pc:sldMk cId="1238457246" sldId="353"/>
            <ac:spMk id="4" creationId="{AE920916-D74F-0E82-685F-11486A7F95D6}"/>
          </ac:spMkLst>
        </pc:spChg>
        <pc:spChg chg="mod">
          <ac:chgData name="Bernardo Farinha Malaca" userId="cc63c941-4213-4c2d-a0fa-226cda4175e6" providerId="ADAL" clId="{3A6DC909-0391-5687-AD97-65873B760A76}" dt="2025-10-27T14:45:51.943" v="9966" actId="20577"/>
          <ac:spMkLst>
            <pc:docMk/>
            <pc:sldMk cId="1238457246" sldId="353"/>
            <ac:spMk id="5" creationId="{594A7E24-6E8D-6E37-FFA1-298397F175FB}"/>
          </ac:spMkLst>
        </pc:spChg>
        <pc:spChg chg="mod">
          <ac:chgData name="Bernardo Farinha Malaca" userId="cc63c941-4213-4c2d-a0fa-226cda4175e6" providerId="ADAL" clId="{3A6DC909-0391-5687-AD97-65873B760A76}" dt="2025-10-27T14:23:29.026" v="9905" actId="14100"/>
          <ac:spMkLst>
            <pc:docMk/>
            <pc:sldMk cId="1238457246" sldId="353"/>
            <ac:spMk id="28" creationId="{C8B0DF1A-8090-23F7-071D-DC337BE74FFA}"/>
          </ac:spMkLst>
        </pc:spChg>
        <pc:spChg chg="mod">
          <ac:chgData name="Bernardo Farinha Malaca" userId="cc63c941-4213-4c2d-a0fa-226cda4175e6" providerId="ADAL" clId="{3A6DC909-0391-5687-AD97-65873B760A76}" dt="2025-10-28T09:31:31.794" v="10136" actId="20577"/>
          <ac:spMkLst>
            <pc:docMk/>
            <pc:sldMk cId="1238457246" sldId="353"/>
            <ac:spMk id="72" creationId="{819799A4-BDD5-B1BD-3A36-AE6EAA7F4B25}"/>
          </ac:spMkLst>
        </pc:spChg>
      </pc:sldChg>
      <pc:sldChg chg="addSp modSp add mod ord modAnim modShow">
        <pc:chgData name="Bernardo Farinha Malaca" userId="cc63c941-4213-4c2d-a0fa-226cda4175e6" providerId="ADAL" clId="{3A6DC909-0391-5687-AD97-65873B760A76}" dt="2025-10-28T09:31:48.191" v="10151" actId="20577"/>
        <pc:sldMkLst>
          <pc:docMk/>
          <pc:sldMk cId="529641302" sldId="354"/>
        </pc:sldMkLst>
        <pc:spChg chg="mod">
          <ac:chgData name="Bernardo Farinha Malaca" userId="cc63c941-4213-4c2d-a0fa-226cda4175e6" providerId="ADAL" clId="{3A6DC909-0391-5687-AD97-65873B760A76}" dt="2025-10-26T19:54:24.226" v="9168" actId="20577"/>
          <ac:spMkLst>
            <pc:docMk/>
            <pc:sldMk cId="529641302" sldId="354"/>
            <ac:spMk id="2" creationId="{EA319296-5AD5-81B8-0334-A536F8B8F45B}"/>
          </ac:spMkLst>
        </pc:spChg>
        <pc:spChg chg="add mod">
          <ac:chgData name="Bernardo Farinha Malaca" userId="cc63c941-4213-4c2d-a0fa-226cda4175e6" providerId="ADAL" clId="{3A6DC909-0391-5687-AD97-65873B760A76}" dt="2025-10-26T19:58:30.992" v="9339" actId="20577"/>
          <ac:spMkLst>
            <pc:docMk/>
            <pc:sldMk cId="529641302" sldId="354"/>
            <ac:spMk id="3" creationId="{F0FB65F9-3135-B330-7AF7-B6955E1445BE}"/>
          </ac:spMkLst>
        </pc:spChg>
        <pc:spChg chg="mod">
          <ac:chgData name="Bernardo Farinha Malaca" userId="cc63c941-4213-4c2d-a0fa-226cda4175e6" providerId="ADAL" clId="{3A6DC909-0391-5687-AD97-65873B760A76}" dt="2025-10-27T17:26:03.742" v="10090" actId="20577"/>
          <ac:spMkLst>
            <pc:docMk/>
            <pc:sldMk cId="529641302" sldId="354"/>
            <ac:spMk id="4" creationId="{F63FB741-1D96-FB11-75C8-14D016F6BC92}"/>
          </ac:spMkLst>
        </pc:spChg>
        <pc:spChg chg="add mod">
          <ac:chgData name="Bernardo Farinha Malaca" userId="cc63c941-4213-4c2d-a0fa-226cda4175e6" providerId="ADAL" clId="{3A6DC909-0391-5687-AD97-65873B760A76}" dt="2025-10-26T20:22:07.638" v="9765" actId="20577"/>
          <ac:spMkLst>
            <pc:docMk/>
            <pc:sldMk cId="529641302" sldId="354"/>
            <ac:spMk id="5" creationId="{20D8F37E-B13C-A412-071C-F28C0951D017}"/>
          </ac:spMkLst>
        </pc:spChg>
        <pc:spChg chg="mod">
          <ac:chgData name="Bernardo Farinha Malaca" userId="cc63c941-4213-4c2d-a0fa-226cda4175e6" providerId="ADAL" clId="{3A6DC909-0391-5687-AD97-65873B760A76}" dt="2025-10-26T20:02:08.384" v="9492" actId="14100"/>
          <ac:spMkLst>
            <pc:docMk/>
            <pc:sldMk cId="529641302" sldId="354"/>
            <ac:spMk id="6" creationId="{6DEF5DE7-F21D-4899-EF2E-B0DA5C399F25}"/>
          </ac:spMkLst>
        </pc:spChg>
        <pc:spChg chg="mod">
          <ac:chgData name="Bernardo Farinha Malaca" userId="cc63c941-4213-4c2d-a0fa-226cda4175e6" providerId="ADAL" clId="{3A6DC909-0391-5687-AD97-65873B760A76}" dt="2025-10-28T09:31:48.191" v="10151" actId="20577"/>
          <ac:spMkLst>
            <pc:docMk/>
            <pc:sldMk cId="529641302" sldId="354"/>
            <ac:spMk id="72" creationId="{E7CEA863-C157-C837-BC43-215E0BA0B0C3}"/>
          </ac:spMkLst>
        </pc:spChg>
      </pc:sldChg>
      <pc:sldChg chg="add del mod ord modShow">
        <pc:chgData name="Bernardo Farinha Malaca" userId="cc63c941-4213-4c2d-a0fa-226cda4175e6" providerId="ADAL" clId="{3A6DC909-0391-5687-AD97-65873B760A76}" dt="2025-10-24T21:58:08.857" v="8769" actId="2696"/>
        <pc:sldMkLst>
          <pc:docMk/>
          <pc:sldMk cId="4027791971" sldId="355"/>
        </pc:sldMkLst>
      </pc:sldChg>
      <pc:sldChg chg="modSp add mod modAnim">
        <pc:chgData name="Bernardo Farinha Malaca" userId="cc63c941-4213-4c2d-a0fa-226cda4175e6" providerId="ADAL" clId="{3A6DC909-0391-5687-AD97-65873B760A76}" dt="2025-10-28T09:31:35.917" v="10139" actId="20577"/>
        <pc:sldMkLst>
          <pc:docMk/>
          <pc:sldMk cId="2841224650" sldId="356"/>
        </pc:sldMkLst>
        <pc:spChg chg="mod">
          <ac:chgData name="Bernardo Farinha Malaca" userId="cc63c941-4213-4c2d-a0fa-226cda4175e6" providerId="ADAL" clId="{3A6DC909-0391-5687-AD97-65873B760A76}" dt="2025-10-24T20:30:29.821" v="8595" actId="20577"/>
          <ac:spMkLst>
            <pc:docMk/>
            <pc:sldMk cId="2841224650" sldId="356"/>
            <ac:spMk id="2" creationId="{011AF4CA-8098-A13B-97D1-CBE9C2C693F3}"/>
          </ac:spMkLst>
        </pc:spChg>
        <pc:spChg chg="mod">
          <ac:chgData name="Bernardo Farinha Malaca" userId="cc63c941-4213-4c2d-a0fa-226cda4175e6" providerId="ADAL" clId="{3A6DC909-0391-5687-AD97-65873B760A76}" dt="2025-10-27T14:46:11.877" v="10025" actId="20577"/>
          <ac:spMkLst>
            <pc:docMk/>
            <pc:sldMk cId="2841224650" sldId="356"/>
            <ac:spMk id="4" creationId="{3B8DEF77-2086-FB2B-B081-BB57C769747B}"/>
          </ac:spMkLst>
        </pc:spChg>
        <pc:spChg chg="mod">
          <ac:chgData name="Bernardo Farinha Malaca" userId="cc63c941-4213-4c2d-a0fa-226cda4175e6" providerId="ADAL" clId="{3A6DC909-0391-5687-AD97-65873B760A76}" dt="2025-10-27T14:00:07.252" v="9779" actId="20577"/>
          <ac:spMkLst>
            <pc:docMk/>
            <pc:sldMk cId="2841224650" sldId="356"/>
            <ac:spMk id="6" creationId="{83A14E21-2E65-B598-67D1-428F98CBFA45}"/>
          </ac:spMkLst>
        </pc:spChg>
        <pc:spChg chg="mod">
          <ac:chgData name="Bernardo Farinha Malaca" userId="cc63c941-4213-4c2d-a0fa-226cda4175e6" providerId="ADAL" clId="{3A6DC909-0391-5687-AD97-65873B760A76}" dt="2025-10-28T09:31:35.917" v="10139" actId="20577"/>
          <ac:spMkLst>
            <pc:docMk/>
            <pc:sldMk cId="2841224650" sldId="356"/>
            <ac:spMk id="72" creationId="{66943C21-376D-3DFB-D209-1E082B86BB10}"/>
          </ac:spMkLst>
        </pc:spChg>
      </pc:sldChg>
      <pc:sldChg chg="addSp delSp modSp new mod ord modAnim">
        <pc:chgData name="Bernardo Farinha Malaca" userId="cc63c941-4213-4c2d-a0fa-226cda4175e6" providerId="ADAL" clId="{3A6DC909-0391-5687-AD97-65873B760A76}" dt="2025-10-28T09:35:25.683" v="10311" actId="27636"/>
        <pc:sldMkLst>
          <pc:docMk/>
          <pc:sldMk cId="1135958939" sldId="357"/>
        </pc:sldMkLst>
        <pc:spChg chg="add mod">
          <ac:chgData name="Bernardo Farinha Malaca" userId="cc63c941-4213-4c2d-a0fa-226cda4175e6" providerId="ADAL" clId="{3A6DC909-0391-5687-AD97-65873B760A76}" dt="2025-10-28T09:32:00.966" v="10156"/>
          <ac:spMkLst>
            <pc:docMk/>
            <pc:sldMk cId="1135958939" sldId="357"/>
            <ac:spMk id="2" creationId="{A2EA727E-FF73-09C9-52EB-2F69D0EF7539}"/>
          </ac:spMkLst>
        </pc:spChg>
        <pc:spChg chg="del">
          <ac:chgData name="Bernardo Farinha Malaca" userId="cc63c941-4213-4c2d-a0fa-226cda4175e6" providerId="ADAL" clId="{3A6DC909-0391-5687-AD97-65873B760A76}" dt="2025-10-28T09:32:00.573" v="10155" actId="478"/>
          <ac:spMkLst>
            <pc:docMk/>
            <pc:sldMk cId="1135958939" sldId="357"/>
            <ac:spMk id="4" creationId="{74CC69B4-0F9C-8226-B519-8A3C962323C1}"/>
          </ac:spMkLst>
        </pc:spChg>
        <pc:spChg chg="add mod">
          <ac:chgData name="Bernardo Farinha Malaca" userId="cc63c941-4213-4c2d-a0fa-226cda4175e6" providerId="ADAL" clId="{3A6DC909-0391-5687-AD97-65873B760A76}" dt="2025-10-28T09:35:25.683" v="10311" actId="27636"/>
          <ac:spMkLst>
            <pc:docMk/>
            <pc:sldMk cId="1135958939" sldId="357"/>
            <ac:spMk id="8" creationId="{C90F556C-0C64-0555-F954-CEDB3BC1DF46}"/>
          </ac:spMkLst>
        </pc:spChg>
        <pc:spChg chg="add mod">
          <ac:chgData name="Bernardo Farinha Malaca" userId="cc63c941-4213-4c2d-a0fa-226cda4175e6" providerId="ADAL" clId="{3A6DC909-0391-5687-AD97-65873B760A76}" dt="2025-10-28T09:33:06.440" v="10167" actId="20577"/>
          <ac:spMkLst>
            <pc:docMk/>
            <pc:sldMk cId="1135958939" sldId="357"/>
            <ac:spMk id="9" creationId="{8FF897C8-2242-DB5D-BF15-7181A7A9B069}"/>
          </ac:spMkLst>
        </pc:spChg>
        <pc:spChg chg="add mod">
          <ac:chgData name="Bernardo Farinha Malaca" userId="cc63c941-4213-4c2d-a0fa-226cda4175e6" providerId="ADAL" clId="{3A6DC909-0391-5687-AD97-65873B760A76}" dt="2025-10-28T09:33:09.138" v="10168" actId="1076"/>
          <ac:spMkLst>
            <pc:docMk/>
            <pc:sldMk cId="1135958939" sldId="357"/>
            <ac:spMk id="10" creationId="{A7B596C4-0082-15D3-ED13-192CEC110C96}"/>
          </ac:spMkLst>
        </pc:spChg>
        <pc:spChg chg="add mod">
          <ac:chgData name="Bernardo Farinha Malaca" userId="cc63c941-4213-4c2d-a0fa-226cda4175e6" providerId="ADAL" clId="{3A6DC909-0391-5687-AD97-65873B760A76}" dt="2025-10-28T09:33:34.008" v="10204" actId="20577"/>
          <ac:spMkLst>
            <pc:docMk/>
            <pc:sldMk cId="1135958939" sldId="357"/>
            <ac:spMk id="11" creationId="{5ED02509-F8FB-40D6-B36C-3C2200975ADC}"/>
          </ac:spMkLst>
        </pc:spChg>
        <pc:spChg chg="add mod">
          <ac:chgData name="Bernardo Farinha Malaca" userId="cc63c941-4213-4c2d-a0fa-226cda4175e6" providerId="ADAL" clId="{3A6DC909-0391-5687-AD97-65873B760A76}" dt="2025-10-28T09:35:11.126" v="10274" actId="20577"/>
          <ac:spMkLst>
            <pc:docMk/>
            <pc:sldMk cId="1135958939" sldId="357"/>
            <ac:spMk id="12" creationId="{359AECAD-30A7-E174-F785-7C1762215689}"/>
          </ac:spMkLst>
        </pc:spChg>
        <pc:picChg chg="add mod">
          <ac:chgData name="Bernardo Farinha Malaca" userId="cc63c941-4213-4c2d-a0fa-226cda4175e6" providerId="ADAL" clId="{3A6DC909-0391-5687-AD97-65873B760A76}" dt="2025-10-25T15:10:26.244" v="8972" actId="1076"/>
          <ac:picMkLst>
            <pc:docMk/>
            <pc:sldMk cId="1135958939" sldId="357"/>
            <ac:picMk id="6" creationId="{02D241A3-32F9-6AF5-3C9E-CD9C71F9756B}"/>
          </ac:picMkLst>
        </pc:picChg>
      </pc:sldChg>
      <pc:sldChg chg="addSp modSp add mod modAnim">
        <pc:chgData name="Bernardo Farinha Malaca" userId="cc63c941-4213-4c2d-a0fa-226cda4175e6" providerId="ADAL" clId="{3A6DC909-0391-5687-AD97-65873B760A76}" dt="2025-10-28T09:31:40.824" v="10142" actId="20577"/>
        <pc:sldMkLst>
          <pc:docMk/>
          <pc:sldMk cId="4776195" sldId="358"/>
        </pc:sldMkLst>
        <pc:spChg chg="mod">
          <ac:chgData name="Bernardo Farinha Malaca" userId="cc63c941-4213-4c2d-a0fa-226cda4175e6" providerId="ADAL" clId="{3A6DC909-0391-5687-AD97-65873B760A76}" dt="2025-10-25T15:08:33.249" v="8809" actId="20577"/>
          <ac:spMkLst>
            <pc:docMk/>
            <pc:sldMk cId="4776195" sldId="358"/>
            <ac:spMk id="2" creationId="{E67EA5F2-5DA9-F6F1-360F-6BA84CD19CB2}"/>
          </ac:spMkLst>
        </pc:spChg>
        <pc:spChg chg="add mod">
          <ac:chgData name="Bernardo Farinha Malaca" userId="cc63c941-4213-4c2d-a0fa-226cda4175e6" providerId="ADAL" clId="{3A6DC909-0391-5687-AD97-65873B760A76}" dt="2025-10-27T16:53:53.416" v="10075" actId="20577"/>
          <ac:spMkLst>
            <pc:docMk/>
            <pc:sldMk cId="4776195" sldId="358"/>
            <ac:spMk id="3" creationId="{31AE130C-5594-047C-6081-80950A10B6A3}"/>
          </ac:spMkLst>
        </pc:spChg>
        <pc:spChg chg="mod">
          <ac:chgData name="Bernardo Farinha Malaca" userId="cc63c941-4213-4c2d-a0fa-226cda4175e6" providerId="ADAL" clId="{3A6DC909-0391-5687-AD97-65873B760A76}" dt="2025-10-25T15:08:45.435" v="8828" actId="20577"/>
          <ac:spMkLst>
            <pc:docMk/>
            <pc:sldMk cId="4776195" sldId="358"/>
            <ac:spMk id="4" creationId="{719FACA3-7A96-99F0-586A-23896230050C}"/>
          </ac:spMkLst>
        </pc:spChg>
        <pc:spChg chg="mod">
          <ac:chgData name="Bernardo Farinha Malaca" userId="cc63c941-4213-4c2d-a0fa-226cda4175e6" providerId="ADAL" clId="{3A6DC909-0391-5687-AD97-65873B760A76}" dt="2025-10-27T16:52:12.135" v="10052" actId="20577"/>
          <ac:spMkLst>
            <pc:docMk/>
            <pc:sldMk cId="4776195" sldId="358"/>
            <ac:spMk id="6" creationId="{6226918F-F4E4-F6A1-BC02-9F808F284F5C}"/>
          </ac:spMkLst>
        </pc:spChg>
        <pc:spChg chg="mod">
          <ac:chgData name="Bernardo Farinha Malaca" userId="cc63c941-4213-4c2d-a0fa-226cda4175e6" providerId="ADAL" clId="{3A6DC909-0391-5687-AD97-65873B760A76}" dt="2025-10-28T09:31:40.824" v="10142" actId="20577"/>
          <ac:spMkLst>
            <pc:docMk/>
            <pc:sldMk cId="4776195" sldId="358"/>
            <ac:spMk id="72" creationId="{9276F1CE-AFCB-B372-E4FB-7C12A19C04F0}"/>
          </ac:spMkLst>
        </pc:spChg>
      </pc:sldChg>
      <pc:sldChg chg="modSp add mod modAnim">
        <pc:chgData name="Bernardo Farinha Malaca" userId="cc63c941-4213-4c2d-a0fa-226cda4175e6" providerId="ADAL" clId="{3A6DC909-0391-5687-AD97-65873B760A76}" dt="2025-10-28T09:31:52.871" v="10154" actId="20577"/>
        <pc:sldMkLst>
          <pc:docMk/>
          <pc:sldMk cId="1239382554" sldId="359"/>
        </pc:sldMkLst>
        <pc:spChg chg="mod">
          <ac:chgData name="Bernardo Farinha Malaca" userId="cc63c941-4213-4c2d-a0fa-226cda4175e6" providerId="ADAL" clId="{3A6DC909-0391-5687-AD97-65873B760A76}" dt="2025-10-26T20:03:08.898" v="9623" actId="20577"/>
          <ac:spMkLst>
            <pc:docMk/>
            <pc:sldMk cId="1239382554" sldId="359"/>
            <ac:spMk id="3" creationId="{4F6619BA-4287-9AB1-CA53-46C8E07943CD}"/>
          </ac:spMkLst>
        </pc:spChg>
        <pc:spChg chg="mod">
          <ac:chgData name="Bernardo Farinha Malaca" userId="cc63c941-4213-4c2d-a0fa-226cda4175e6" providerId="ADAL" clId="{3A6DC909-0391-5687-AD97-65873B760A76}" dt="2025-10-26T20:22:12.103" v="9771" actId="20577"/>
          <ac:spMkLst>
            <pc:docMk/>
            <pc:sldMk cId="1239382554" sldId="359"/>
            <ac:spMk id="5" creationId="{C1EB0FF9-750C-26F5-CB1C-2683BB5D57D0}"/>
          </ac:spMkLst>
        </pc:spChg>
        <pc:spChg chg="mod">
          <ac:chgData name="Bernardo Farinha Malaca" userId="cc63c941-4213-4c2d-a0fa-226cda4175e6" providerId="ADAL" clId="{3A6DC909-0391-5687-AD97-65873B760A76}" dt="2025-10-27T17:30:40.733" v="10091" actId="113"/>
          <ac:spMkLst>
            <pc:docMk/>
            <pc:sldMk cId="1239382554" sldId="359"/>
            <ac:spMk id="6" creationId="{046BDA8A-839C-CB4D-4923-572E4CFA65B8}"/>
          </ac:spMkLst>
        </pc:spChg>
        <pc:spChg chg="mod">
          <ac:chgData name="Bernardo Farinha Malaca" userId="cc63c941-4213-4c2d-a0fa-226cda4175e6" providerId="ADAL" clId="{3A6DC909-0391-5687-AD97-65873B760A76}" dt="2025-10-28T09:31:52.871" v="10154" actId="20577"/>
          <ac:spMkLst>
            <pc:docMk/>
            <pc:sldMk cId="1239382554" sldId="359"/>
            <ac:spMk id="72" creationId="{C891D472-B527-EDC4-5249-36D2AEDDCB23}"/>
          </ac:spMkLst>
        </pc:spChg>
      </pc:sldChg>
      <pc:sldChg chg="add del ord">
        <pc:chgData name="Bernardo Farinha Malaca" userId="cc63c941-4213-4c2d-a0fa-226cda4175e6" providerId="ADAL" clId="{3A6DC909-0391-5687-AD97-65873B760A76}" dt="2025-10-26T19:50:09.124" v="9149" actId="2696"/>
        <pc:sldMkLst>
          <pc:docMk/>
          <pc:sldMk cId="2687624695" sldId="35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3EE5308C-A1EF-8F48-995C-DC8D82110E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>
              <a:latin typeface="Funnel Display" pitchFamily="2" charset="0"/>
            </a:endParaRP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1B5739D9-17B0-A64E-8A79-2A14B4C838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AF265-C34D-5242-BB92-11153713F8C5}" type="datetimeFigureOut">
              <a:rPr lang="pt-PT" smtClean="0">
                <a:latin typeface="Funnel Display" pitchFamily="2" charset="0"/>
              </a:rPr>
              <a:t>28/10/25</a:t>
            </a:fld>
            <a:endParaRPr lang="pt-PT" dirty="0">
              <a:latin typeface="Funnel Display" pitchFamily="2" charset="0"/>
            </a:endParaRP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AC72B60-949A-7A4C-911C-4E45F33D89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>
              <a:latin typeface="Funnel Display" pitchFamily="2" charset="0"/>
            </a:endParaRP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BBAA726-404A-994E-B61D-BC7AAD8246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1EBB8-2EC7-B549-A201-481E25600BE2}" type="slidenum">
              <a:rPr lang="pt-PT" smtClean="0">
                <a:latin typeface="Funnel Display" pitchFamily="2" charset="0"/>
              </a:rPr>
              <a:t>‹#›</a:t>
            </a:fld>
            <a:endParaRPr lang="pt-PT" dirty="0">
              <a:latin typeface="Funnel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320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Funnel Display" pitchFamily="2" charset="0"/>
              </a:defRPr>
            </a:lvl1pPr>
          </a:lstStyle>
          <a:p>
            <a:endParaRPr lang="pt-PT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Funnel Display" pitchFamily="2" charset="0"/>
              </a:defRPr>
            </a:lvl1pPr>
          </a:lstStyle>
          <a:p>
            <a:fld id="{E6BECF6D-784E-E649-A632-435168AEC662}" type="datetimeFigureOut">
              <a:rPr lang="pt-PT" smtClean="0"/>
              <a:pPr/>
              <a:t>28/10/25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Funnel Display" pitchFamily="2" charset="0"/>
              </a:defRPr>
            </a:lvl1pPr>
          </a:lstStyle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Funnel Display" pitchFamily="2" charset="0"/>
              </a:defRPr>
            </a:lvl1pPr>
          </a:lstStyle>
          <a:p>
            <a:fld id="{F155AF76-0169-144A-9713-67A1A367F3BB}" type="slidenum">
              <a:rPr lang="pt-PT" smtClean="0"/>
              <a:pPr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155225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Funnel Display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Funnel Display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Funnel Display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Funnel Display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Funnel Display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5AF76-0169-144A-9713-67A1A367F3BB}" type="slidenum">
              <a:rPr lang="pt-PT" smtClean="0"/>
              <a:pPr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99236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0328A-AD8E-B5C6-84A6-49A03E5A9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1D255-A623-0683-915A-DCE056BE1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84383-B8E6-A2A5-2747-536946791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E63E5-EB8C-E490-940E-04030780B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B890F-414B-3148-ADA1-84F6BA896452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38748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4DDCE-4E52-AF60-867C-D0D1344D3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A33FA-B12D-C824-DC6B-55853D7E1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4AE64-85F6-92AC-42F1-AE4899B59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8B819-DEE0-8E11-8555-91273FF56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B890F-414B-3148-ADA1-84F6BA896452}" type="slidenum">
              <a:rPr lang="en-PT" smtClean="0"/>
              <a:t>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47613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80874-B1C7-EE2A-8173-3E328497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ED6C2-D94D-D280-918A-937842769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AB83E-E425-AA81-D77A-0BCEE38E2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40C25-A690-73CF-E292-D92C68AE6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B890F-414B-3148-ADA1-84F6BA896452}" type="slidenum">
              <a:rPr lang="en-PT" smtClean="0"/>
              <a:t>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53478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7BFB9-DC3B-D0D5-1F77-2E221C171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C3968-E1FA-76D9-0FFE-F7BADCFB9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816FE-B3EA-E1A1-1D1A-B6619E2D0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156FC-2316-BCC5-E46F-E4D0E6083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B890F-414B-3148-ADA1-84F6BA896452}" type="slidenum">
              <a:rPr lang="en-PT" smtClean="0"/>
              <a:t>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6418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771B7-9FBD-2687-FE9A-FA045A2C3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AA5F0-03CD-7AFA-57BB-0E5163902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64324-4437-9EA9-0155-8D9C5D728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78395-B757-BE82-8EAB-3C9BDF862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B890F-414B-3148-ADA1-84F6BA896452}" type="slidenum">
              <a:rPr lang="en-PT" smtClean="0"/>
              <a:t>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15349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10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17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0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">
    <p:bg>
      <p:bgPr>
        <a:blipFill dpi="0" rotWithShape="1">
          <a:blip r:embed="rId2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5C222-7044-0144-A59D-1931D2D9D7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100" y="1096962"/>
            <a:ext cx="9385300" cy="100647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pt-PT" dirty="0" err="1"/>
              <a:t>Separator</a:t>
            </a:r>
            <a:r>
              <a:rPr lang="pt-PT" dirty="0"/>
              <a:t> </a:t>
            </a:r>
            <a:r>
              <a:rPr lang="pt-PT" dirty="0" err="1"/>
              <a:t>name</a:t>
            </a:r>
            <a:endParaRPr lang="pt-PT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E5BA44A3-A0A1-3343-A75F-48202D619E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C05FA4C-E227-1D46-92D3-02AB06B64D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7169" y="795338"/>
            <a:ext cx="8386415" cy="61214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0B7D9755-9B86-BF49-A053-55A40DD2AA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6100" y="6062662"/>
            <a:ext cx="8978900" cy="365125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dirty="0" err="1"/>
              <a:t>Text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87142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parado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CA218-E58A-364A-BD94-94E6B27188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950" y="3895725"/>
            <a:ext cx="9417050" cy="133667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pt-PT" dirty="0" err="1"/>
              <a:t>Separator</a:t>
            </a:r>
            <a:r>
              <a:rPr lang="pt-PT" dirty="0"/>
              <a:t> </a:t>
            </a:r>
            <a:r>
              <a:rPr lang="pt-PT" dirty="0" err="1"/>
              <a:t>name</a:t>
            </a:r>
            <a:r>
              <a:rPr lang="pt-PT" dirty="0"/>
              <a:t> 2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CAD912D-0D22-1047-A08B-FA1FC21906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5950" y="5232400"/>
            <a:ext cx="9417050" cy="539750"/>
          </a:xfrm>
        </p:spPr>
        <p:txBody>
          <a:bodyPr anchor="b"/>
          <a:lstStyle>
            <a:lvl1pPr marL="0" indent="0">
              <a:buNone/>
              <a:defRPr sz="2400">
                <a:solidFill>
                  <a:srgbClr val="23324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dirty="0" err="1"/>
              <a:t>Text</a:t>
            </a:r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BD8D5AD-107A-094B-9F98-70E77C47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EE3D3-4E10-E24C-815A-D40C430BBB7C}" type="slidenum">
              <a:rPr lang="pt-PT" smtClean="0"/>
              <a:t>‹#›</a:t>
            </a:fld>
            <a:endParaRPr lang="pt-PT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6ACE93B-4188-1D45-8521-5F6F7BFF32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0825" y="565150"/>
            <a:ext cx="5809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18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ágina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DCEC1556-7DC8-8346-98DE-6EC91A493E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 dirty="0" err="1"/>
              <a:t>Author</a:t>
            </a:r>
            <a:r>
              <a:rPr lang="pt-PT" dirty="0"/>
              <a:t>, Local, </a:t>
            </a:r>
            <a:r>
              <a:rPr lang="pt-PT" dirty="0" err="1"/>
              <a:t>Day</a:t>
            </a:r>
            <a:endParaRPr lang="pt-PT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51F7C735-42E8-934A-882D-5DA885621E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A3B20FE7-6438-F743-989C-69EADE35E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410369"/>
            <a:ext cx="6400800" cy="9485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endParaRPr lang="pt-PT" dirty="0"/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1D465D84-36AC-7E43-98A6-B5EDDBC90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524000"/>
            <a:ext cx="11112500" cy="46529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pic>
        <p:nvPicPr>
          <p:cNvPr id="9" name="Imagem 8" descr="Uma imagem com Tipo de letra, Gráficos, captura de ecrã, tipografia&#10;&#10;Descrição gerada automaticamente">
            <a:extLst>
              <a:ext uri="{FF2B5EF4-FFF2-40B4-BE49-F238E27FC236}">
                <a16:creationId xmlns:a16="http://schemas.microsoft.com/office/drawing/2014/main" id="{ED9BF6B9-34B6-5C49-8052-22C8F863D1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23" t="17115" r="2665" b="16520"/>
          <a:stretch/>
        </p:blipFill>
        <p:spPr>
          <a:xfrm>
            <a:off x="481840" y="6488407"/>
            <a:ext cx="2589888" cy="27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57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ágina texto_2 Colun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DCEC1556-7DC8-8346-98DE-6EC91A493E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 dirty="0" err="1"/>
              <a:t>Author</a:t>
            </a:r>
            <a:r>
              <a:rPr lang="pt-PT" dirty="0"/>
              <a:t>, Local, </a:t>
            </a:r>
            <a:r>
              <a:rPr lang="pt-PT" dirty="0" err="1"/>
              <a:t>Day</a:t>
            </a:r>
            <a:endParaRPr lang="pt-PT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51F7C735-42E8-934A-882D-5DA885621E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A3B20FE7-6438-F743-989C-69EADE35E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410369"/>
            <a:ext cx="6400800" cy="9485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endParaRPr lang="pt-PT" dirty="0"/>
          </a:p>
        </p:txBody>
      </p:sp>
      <p:pic>
        <p:nvPicPr>
          <p:cNvPr id="9" name="Imagem 8" descr="Uma imagem com Tipo de letra, Gráficos, captura de ecrã, tipografia&#10;&#10;Descrição gerada automaticamente">
            <a:extLst>
              <a:ext uri="{FF2B5EF4-FFF2-40B4-BE49-F238E27FC236}">
                <a16:creationId xmlns:a16="http://schemas.microsoft.com/office/drawing/2014/main" id="{ED9BF6B9-34B6-5C49-8052-22C8F863D1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23" t="17115" r="2665" b="16520"/>
          <a:stretch/>
        </p:blipFill>
        <p:spPr>
          <a:xfrm>
            <a:off x="481840" y="6488407"/>
            <a:ext cx="2589888" cy="273774"/>
          </a:xfrm>
          <a:prstGeom prst="rect">
            <a:avLst/>
          </a:prstGeom>
        </p:spPr>
      </p:pic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1699AE8A-9BD6-2548-8FCC-EF95B8B238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73800" y="1524000"/>
            <a:ext cx="5384800" cy="46529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15" name="Marcador de Posição de Conteúdo 2">
            <a:extLst>
              <a:ext uri="{FF2B5EF4-FFF2-40B4-BE49-F238E27FC236}">
                <a16:creationId xmlns:a16="http://schemas.microsoft.com/office/drawing/2014/main" id="{E7AAD314-D12C-3845-85C6-9C689B0F656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46100" y="1524000"/>
            <a:ext cx="5384800" cy="46529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83863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ágina texto_3 colun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DCEC1556-7DC8-8346-98DE-6EC91A493E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 dirty="0" err="1"/>
              <a:t>Author</a:t>
            </a:r>
            <a:r>
              <a:rPr lang="pt-PT" dirty="0"/>
              <a:t>, Local, </a:t>
            </a:r>
            <a:r>
              <a:rPr lang="pt-PT" dirty="0" err="1"/>
              <a:t>Day</a:t>
            </a:r>
            <a:endParaRPr lang="pt-PT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51F7C735-42E8-934A-882D-5DA885621E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A3B20FE7-6438-F743-989C-69EADE35E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410369"/>
            <a:ext cx="6400800" cy="9485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endParaRPr lang="pt-PT" dirty="0"/>
          </a:p>
        </p:txBody>
      </p:sp>
      <p:pic>
        <p:nvPicPr>
          <p:cNvPr id="9" name="Imagem 8" descr="Uma imagem com Tipo de letra, Gráficos, captura de ecrã, tipografia&#10;&#10;Descrição gerada automaticamente">
            <a:extLst>
              <a:ext uri="{FF2B5EF4-FFF2-40B4-BE49-F238E27FC236}">
                <a16:creationId xmlns:a16="http://schemas.microsoft.com/office/drawing/2014/main" id="{ED9BF6B9-34B6-5C49-8052-22C8F863D1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23" t="17115" r="2665" b="16520"/>
          <a:stretch/>
        </p:blipFill>
        <p:spPr>
          <a:xfrm>
            <a:off x="481840" y="6488407"/>
            <a:ext cx="2589888" cy="273774"/>
          </a:xfrm>
          <a:prstGeom prst="rect">
            <a:avLst/>
          </a:prstGeom>
        </p:spPr>
      </p:pic>
      <p:sp>
        <p:nvSpPr>
          <p:cNvPr id="15" name="Marcador de Posição de Conteúdo 2">
            <a:extLst>
              <a:ext uri="{FF2B5EF4-FFF2-40B4-BE49-F238E27FC236}">
                <a16:creationId xmlns:a16="http://schemas.microsoft.com/office/drawing/2014/main" id="{E7AAD314-D12C-3845-85C6-9C689B0F656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46100" y="1524000"/>
            <a:ext cx="3568700" cy="46529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F594EC12-D743-BB49-8C25-CAD68D2731C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22233" y="1524000"/>
            <a:ext cx="3568700" cy="46529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12" name="Marcador de Posição de Conteúdo 2">
            <a:extLst>
              <a:ext uri="{FF2B5EF4-FFF2-40B4-BE49-F238E27FC236}">
                <a16:creationId xmlns:a16="http://schemas.microsoft.com/office/drawing/2014/main" id="{0401795C-508B-7C42-85BA-D68D0F6CE69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098367" y="1524000"/>
            <a:ext cx="3568700" cy="46529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1054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ágina texto_Obje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9199BA5A-313C-D441-ADDA-79BEFB9462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3494" y="884635"/>
            <a:ext cx="5226256" cy="6858000"/>
          </a:xfrm>
          <a:prstGeom prst="rect">
            <a:avLst/>
          </a:prstGeom>
          <a:effectLst>
            <a:outerShdw blurRad="197046" dist="38100" dir="18900000" sx="101000" sy="101000" algn="bl" rotWithShape="0">
              <a:prstClr val="black">
                <a:alpha val="7467"/>
              </a:prstClr>
            </a:outerShdw>
          </a:effectLst>
        </p:spPr>
      </p:pic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DCEC1556-7DC8-8346-98DE-6EC91A493E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 dirty="0" err="1"/>
              <a:t>Author</a:t>
            </a:r>
            <a:r>
              <a:rPr lang="pt-PT" dirty="0"/>
              <a:t>, Local, </a:t>
            </a:r>
            <a:r>
              <a:rPr lang="pt-PT" dirty="0" err="1"/>
              <a:t>Day</a:t>
            </a:r>
            <a:endParaRPr lang="pt-PT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51F7C735-42E8-934A-882D-5DA885621E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A3B20FE7-6438-F743-989C-69EADE35E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410369"/>
            <a:ext cx="6400800" cy="9485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endParaRPr lang="pt-PT" dirty="0"/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1D465D84-36AC-7E43-98A6-B5EDDBC90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524000"/>
            <a:ext cx="7251700" cy="46529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pic>
        <p:nvPicPr>
          <p:cNvPr id="9" name="Imagem 8" descr="Uma imagem com Tipo de letra, Gráficos, captura de ecrã, tipografia&#10;&#10;Descrição gerada automaticamente">
            <a:extLst>
              <a:ext uri="{FF2B5EF4-FFF2-40B4-BE49-F238E27FC236}">
                <a16:creationId xmlns:a16="http://schemas.microsoft.com/office/drawing/2014/main" id="{ED9BF6B9-34B6-5C49-8052-22C8F863D1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223" t="17115" r="2665" b="16520"/>
          <a:stretch/>
        </p:blipFill>
        <p:spPr>
          <a:xfrm>
            <a:off x="481840" y="6488407"/>
            <a:ext cx="2589888" cy="27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0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NCA_TEXTO">
    <p:bg>
      <p:bgPr>
        <a:blipFill dpi="0" rotWithShape="1">
          <a:blip r:embed="rId2">
            <a:lum/>
          </a:blip>
          <a:srcRect/>
          <a:stretch>
            <a:fillRect t="-76000" b="-7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DCEC1556-7DC8-8346-98DE-6EC91A493E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chemeClr val="tx1"/>
                </a:solidFill>
                <a:latin typeface="Funnel Display Light" pitchFamily="2" charset="0"/>
              </a:defRPr>
            </a:lvl1pPr>
          </a:lstStyle>
          <a:p>
            <a:r>
              <a:rPr lang="pt-PT"/>
              <a:t>Author, Local, Day</a:t>
            </a:r>
            <a:endParaRPr lang="pt-PT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51F7C735-42E8-934A-882D-5DA885621E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A3B20FE7-6438-F743-989C-69EADE35E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099" y="410369"/>
            <a:ext cx="8541629" cy="9485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endParaRPr lang="pt-PT" dirty="0"/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1D465D84-36AC-7E43-98A6-B5EDDBC90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524000"/>
            <a:ext cx="11112500" cy="465296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buNone/>
              <a:defRPr sz="1800">
                <a:solidFill>
                  <a:schemeClr val="tx1"/>
                </a:solidFill>
              </a:defRPr>
            </a:lvl3pPr>
            <a:lvl4pPr marL="1371600" indent="0">
              <a:buNone/>
              <a:defRPr sz="1800">
                <a:solidFill>
                  <a:schemeClr val="tx1"/>
                </a:solidFill>
              </a:defRPr>
            </a:lvl4pPr>
            <a:lvl5pPr marL="1828800" indent="0"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8A689E4-C9DB-274A-97C5-6BC2D40D5D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" y="6409895"/>
            <a:ext cx="1763764" cy="31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72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TextoImagem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05D91-FE13-2948-B8FD-6D8371C9D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800" y="457200"/>
            <a:ext cx="4100512" cy="16002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r>
              <a:rPr lang="pt-PT" dirty="0"/>
              <a:t> </a:t>
            </a:r>
            <a:br>
              <a:rPr lang="pt-PT" dirty="0"/>
            </a:b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two</a:t>
            </a:r>
            <a:r>
              <a:rPr lang="pt-PT" dirty="0"/>
              <a:t> </a:t>
            </a:r>
            <a:r>
              <a:rPr lang="pt-PT" dirty="0" err="1"/>
              <a:t>lines</a:t>
            </a:r>
            <a:endParaRPr lang="pt-PT" dirty="0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F04655B0-2EE5-4B45-83D7-C5877F421F1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94031" y="457200"/>
            <a:ext cx="6639169" cy="5714999"/>
          </a:xfr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dirty="0" err="1"/>
              <a:t>Image</a:t>
            </a:r>
            <a:endParaRPr lang="pt-PT" dirty="0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F94A86F-55BC-6B4B-ADF6-A988B2938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8800" y="2336800"/>
            <a:ext cx="4100512" cy="373556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8" name="Marcador de Posição do Rodapé 6">
            <a:extLst>
              <a:ext uri="{FF2B5EF4-FFF2-40B4-BE49-F238E27FC236}">
                <a16:creationId xmlns:a16="http://schemas.microsoft.com/office/drawing/2014/main" id="{B11F3F0F-A59C-A842-8450-B0DC9F24A2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chemeClr val="tx1"/>
                </a:solidFill>
                <a:latin typeface="Funnel Display Light" pitchFamily="2" charset="0"/>
              </a:defRPr>
            </a:lvl1pPr>
          </a:lstStyle>
          <a:p>
            <a:r>
              <a:rPr lang="pt-PT"/>
              <a:t>Author, Local, Day</a:t>
            </a:r>
            <a:endParaRPr lang="pt-PT" dirty="0"/>
          </a:p>
        </p:txBody>
      </p:sp>
      <p:sp>
        <p:nvSpPr>
          <p:cNvPr id="9" name="Marcador de Posição do Número do Diapositivo 7">
            <a:extLst>
              <a:ext uri="{FF2B5EF4-FFF2-40B4-BE49-F238E27FC236}">
                <a16:creationId xmlns:a16="http://schemas.microsoft.com/office/drawing/2014/main" id="{11DF3418-4496-ED45-85FF-C653E7245A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FB1E757-CA37-8C4E-A1CE-8C21A8088C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" y="6409895"/>
            <a:ext cx="1763764" cy="31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7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ágina text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FEFFB3B-8034-FE45-B7E9-811F73C34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410369"/>
            <a:ext cx="6400800" cy="9485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endParaRPr lang="pt-PT" dirty="0"/>
          </a:p>
        </p:txBody>
      </p:sp>
      <p:sp>
        <p:nvSpPr>
          <p:cNvPr id="9" name="Marcador de Posição de Conteúdo 2">
            <a:extLst>
              <a:ext uri="{FF2B5EF4-FFF2-40B4-BE49-F238E27FC236}">
                <a16:creationId xmlns:a16="http://schemas.microsoft.com/office/drawing/2014/main" id="{B0CB164E-6761-DB47-B597-00A5C29C6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524000"/>
            <a:ext cx="11112500" cy="46529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12" name="Marcador de Posição do Rodapé 6">
            <a:extLst>
              <a:ext uri="{FF2B5EF4-FFF2-40B4-BE49-F238E27FC236}">
                <a16:creationId xmlns:a16="http://schemas.microsoft.com/office/drawing/2014/main" id="{9576E343-27C8-AD41-9B4F-B1FB1233BF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 dirty="0" err="1"/>
              <a:t>Author</a:t>
            </a:r>
            <a:r>
              <a:rPr lang="pt-PT" dirty="0"/>
              <a:t>, Local, </a:t>
            </a:r>
            <a:r>
              <a:rPr lang="pt-PT" dirty="0" err="1"/>
              <a:t>Day</a:t>
            </a:r>
            <a:endParaRPr lang="pt-PT" dirty="0"/>
          </a:p>
        </p:txBody>
      </p:sp>
      <p:sp>
        <p:nvSpPr>
          <p:cNvPr id="13" name="Marcador de Posição do Número do Diapositivo 7">
            <a:extLst>
              <a:ext uri="{FF2B5EF4-FFF2-40B4-BE49-F238E27FC236}">
                <a16:creationId xmlns:a16="http://schemas.microsoft.com/office/drawing/2014/main" id="{05780F5C-C2E1-E941-BD8E-CB41235314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pic>
        <p:nvPicPr>
          <p:cNvPr id="7" name="Imagem 6" descr="Uma imagem com Tipo de letra, Gráficos, captura de ecrã, tipografia&#10;&#10;Descrição gerada automaticamente">
            <a:extLst>
              <a:ext uri="{FF2B5EF4-FFF2-40B4-BE49-F238E27FC236}">
                <a16:creationId xmlns:a16="http://schemas.microsoft.com/office/drawing/2014/main" id="{2E23B4D6-7383-A84C-9BC8-FC7959F685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23" t="17115" r="2665" b="16520"/>
          <a:stretch/>
        </p:blipFill>
        <p:spPr>
          <a:xfrm>
            <a:off x="481840" y="6488407"/>
            <a:ext cx="2589888" cy="27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59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+Imagem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BE05F-8D6B-7F4C-B25A-5A8B91B29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410369"/>
            <a:ext cx="5778500" cy="9485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1E0B3D1-20D7-E24C-991A-9607FB699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524000"/>
            <a:ext cx="5778500" cy="46529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9" name="Marcador de Posição da Imagem 8">
            <a:extLst>
              <a:ext uri="{FF2B5EF4-FFF2-40B4-BE49-F238E27FC236}">
                <a16:creationId xmlns:a16="http://schemas.microsoft.com/office/drawing/2014/main" id="{276867B7-A954-284B-B01E-DE9A2C599B0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04000" y="0"/>
            <a:ext cx="5588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pt-PT" dirty="0" err="1"/>
              <a:t>Image</a:t>
            </a:r>
            <a:endParaRPr lang="pt-PT" dirty="0"/>
          </a:p>
        </p:txBody>
      </p:sp>
      <p:sp>
        <p:nvSpPr>
          <p:cNvPr id="12" name="Marcador de Posição do Rodapé 6">
            <a:extLst>
              <a:ext uri="{FF2B5EF4-FFF2-40B4-BE49-F238E27FC236}">
                <a16:creationId xmlns:a16="http://schemas.microsoft.com/office/drawing/2014/main" id="{B14B8918-C0CA-8D4C-B7E4-8B25C8030A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 dirty="0" err="1"/>
              <a:t>Author</a:t>
            </a:r>
            <a:r>
              <a:rPr lang="pt-PT" dirty="0"/>
              <a:t>, Local, </a:t>
            </a:r>
            <a:r>
              <a:rPr lang="pt-PT" dirty="0" err="1"/>
              <a:t>Day</a:t>
            </a:r>
            <a:endParaRPr lang="pt-PT" dirty="0"/>
          </a:p>
        </p:txBody>
      </p:sp>
      <p:sp>
        <p:nvSpPr>
          <p:cNvPr id="13" name="Marcador de Posição do Número do Diapositivo 7">
            <a:extLst>
              <a:ext uri="{FF2B5EF4-FFF2-40B4-BE49-F238E27FC236}">
                <a16:creationId xmlns:a16="http://schemas.microsoft.com/office/drawing/2014/main" id="{F8580A4F-128D-3E46-A014-37145B460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pic>
        <p:nvPicPr>
          <p:cNvPr id="10" name="Imagem 9" descr="Uma imagem com Tipo de letra, Gráficos, captura de ecrã, tipografia&#10;&#10;Descrição gerada automaticamente">
            <a:extLst>
              <a:ext uri="{FF2B5EF4-FFF2-40B4-BE49-F238E27FC236}">
                <a16:creationId xmlns:a16="http://schemas.microsoft.com/office/drawing/2014/main" id="{003D56E7-B6D3-AD44-84A7-09F30E603F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23" t="17115" r="2665" b="16520"/>
          <a:stretch/>
        </p:blipFill>
        <p:spPr>
          <a:xfrm>
            <a:off x="481840" y="6488407"/>
            <a:ext cx="2589888" cy="27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85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oImagem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05D91-FE13-2948-B8FD-6D8371C9D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800" y="457200"/>
            <a:ext cx="4381500" cy="16002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two</a:t>
            </a:r>
            <a:r>
              <a:rPr lang="pt-PT" dirty="0"/>
              <a:t> </a:t>
            </a:r>
            <a:r>
              <a:rPr lang="pt-PT" dirty="0" err="1"/>
              <a:t>lines</a:t>
            </a:r>
            <a:endParaRPr lang="pt-PT" dirty="0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F04655B0-2EE5-4B45-83D7-C5877F421F1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410200" y="457200"/>
            <a:ext cx="6223000" cy="5714999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dirty="0" err="1"/>
              <a:t>Image</a:t>
            </a:r>
            <a:endParaRPr lang="pt-PT" dirty="0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F94A86F-55BC-6B4B-ADF6-A988B2938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8800" y="2336800"/>
            <a:ext cx="4381500" cy="37355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8" name="Marcador de Posição do Rodapé 6">
            <a:extLst>
              <a:ext uri="{FF2B5EF4-FFF2-40B4-BE49-F238E27FC236}">
                <a16:creationId xmlns:a16="http://schemas.microsoft.com/office/drawing/2014/main" id="{B11F3F0F-A59C-A842-8450-B0DC9F24A2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 dirty="0" err="1"/>
              <a:t>Author</a:t>
            </a:r>
            <a:r>
              <a:rPr lang="pt-PT" dirty="0"/>
              <a:t>, Local, </a:t>
            </a:r>
            <a:r>
              <a:rPr lang="pt-PT" dirty="0" err="1"/>
              <a:t>Day</a:t>
            </a:r>
            <a:endParaRPr lang="pt-PT" dirty="0"/>
          </a:p>
        </p:txBody>
      </p:sp>
      <p:sp>
        <p:nvSpPr>
          <p:cNvPr id="9" name="Marcador de Posição do Número do Diapositivo 7">
            <a:extLst>
              <a:ext uri="{FF2B5EF4-FFF2-40B4-BE49-F238E27FC236}">
                <a16:creationId xmlns:a16="http://schemas.microsoft.com/office/drawing/2014/main" id="{11DF3418-4496-ED45-85FF-C653E7245A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pic>
        <p:nvPicPr>
          <p:cNvPr id="11" name="Imagem 10" descr="Uma imagem com Tipo de letra, Gráficos, captura de ecrã, tipografia&#10;&#10;Descrição gerada automaticamente">
            <a:extLst>
              <a:ext uri="{FF2B5EF4-FFF2-40B4-BE49-F238E27FC236}">
                <a16:creationId xmlns:a16="http://schemas.microsoft.com/office/drawing/2014/main" id="{E0E33044-48F1-0141-A692-9CA354CEEC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23" t="17115" r="2665" b="16520"/>
          <a:stretch/>
        </p:blipFill>
        <p:spPr>
          <a:xfrm>
            <a:off x="481840" y="6488407"/>
            <a:ext cx="2589888" cy="27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58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m fundo br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ção do Rodapé 6">
            <a:extLst>
              <a:ext uri="{FF2B5EF4-FFF2-40B4-BE49-F238E27FC236}">
                <a16:creationId xmlns:a16="http://schemas.microsoft.com/office/drawing/2014/main" id="{B11F3F0F-A59C-A842-8450-B0DC9F24A2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 dirty="0" err="1"/>
              <a:t>Author</a:t>
            </a:r>
            <a:r>
              <a:rPr lang="pt-PT" dirty="0"/>
              <a:t>, Local, </a:t>
            </a:r>
            <a:r>
              <a:rPr lang="pt-PT" dirty="0" err="1"/>
              <a:t>Day</a:t>
            </a:r>
            <a:endParaRPr lang="pt-PT" dirty="0"/>
          </a:p>
        </p:txBody>
      </p:sp>
      <p:sp>
        <p:nvSpPr>
          <p:cNvPr id="9" name="Marcador de Posição do Número do Diapositivo 7">
            <a:extLst>
              <a:ext uri="{FF2B5EF4-FFF2-40B4-BE49-F238E27FC236}">
                <a16:creationId xmlns:a16="http://schemas.microsoft.com/office/drawing/2014/main" id="{11DF3418-4496-ED45-85FF-C653E7245A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71001E1-A052-8941-BAC5-7A7A348F63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410369"/>
            <a:ext cx="7899400" cy="9485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endParaRPr lang="pt-PT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8925A07-5DF1-6846-8E44-127D2E352AFD}"/>
              </a:ext>
            </a:extLst>
          </p:cNvPr>
          <p:cNvSpPr/>
          <p:nvPr userDrawn="1"/>
        </p:nvSpPr>
        <p:spPr>
          <a:xfrm>
            <a:off x="546100" y="1524000"/>
            <a:ext cx="11112500" cy="4652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800" dirty="0"/>
          </a:p>
        </p:txBody>
      </p:sp>
      <p:sp>
        <p:nvSpPr>
          <p:cNvPr id="12" name="Marcador de Posição de Conteúdo 2">
            <a:extLst>
              <a:ext uri="{FF2B5EF4-FFF2-40B4-BE49-F238E27FC236}">
                <a16:creationId xmlns:a16="http://schemas.microsoft.com/office/drawing/2014/main" id="{960F8E66-E457-A841-A8FD-2F2EA6DE0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733997"/>
            <a:ext cx="10756900" cy="426040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44396B03-C701-C346-B47E-C149FD6794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9017590" y="388938"/>
            <a:ext cx="3174410" cy="763935"/>
          </a:xfrm>
          <a:prstGeom prst="rect">
            <a:avLst/>
          </a:prstGeom>
        </p:spPr>
      </p:pic>
      <p:pic>
        <p:nvPicPr>
          <p:cNvPr id="13" name="Imagem 12" descr="Uma imagem com Tipo de letra, Gráficos, captura de ecrã, tipografia&#10;&#10;Descrição gerada automaticamente">
            <a:extLst>
              <a:ext uri="{FF2B5EF4-FFF2-40B4-BE49-F238E27FC236}">
                <a16:creationId xmlns:a16="http://schemas.microsoft.com/office/drawing/2014/main" id="{3DB747ED-3996-8149-9236-A89864E882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223" t="17115" r="2665" b="16520"/>
          <a:stretch/>
        </p:blipFill>
        <p:spPr>
          <a:xfrm>
            <a:off x="481840" y="6488407"/>
            <a:ext cx="2589888" cy="27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48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Fundobranc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ção do Rodapé 6">
            <a:extLst>
              <a:ext uri="{FF2B5EF4-FFF2-40B4-BE49-F238E27FC236}">
                <a16:creationId xmlns:a16="http://schemas.microsoft.com/office/drawing/2014/main" id="{B11F3F0F-A59C-A842-8450-B0DC9F24A2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 dirty="0" err="1"/>
              <a:t>Author</a:t>
            </a:r>
            <a:r>
              <a:rPr lang="pt-PT" dirty="0"/>
              <a:t>, Local, </a:t>
            </a:r>
            <a:r>
              <a:rPr lang="pt-PT" dirty="0" err="1"/>
              <a:t>Day</a:t>
            </a:r>
            <a:endParaRPr lang="pt-PT" dirty="0"/>
          </a:p>
        </p:txBody>
      </p:sp>
      <p:sp>
        <p:nvSpPr>
          <p:cNvPr id="9" name="Marcador de Posição do Número do Diapositivo 7">
            <a:extLst>
              <a:ext uri="{FF2B5EF4-FFF2-40B4-BE49-F238E27FC236}">
                <a16:creationId xmlns:a16="http://schemas.microsoft.com/office/drawing/2014/main" id="{11DF3418-4496-ED45-85FF-C653E7245A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pic>
        <p:nvPicPr>
          <p:cNvPr id="10" name="Imagem 9" descr="Uma imagem com Tipo de letra, Gráficos, captura de ecrã, logótipo&#10;&#10;Descrição gerada automaticamente">
            <a:extLst>
              <a:ext uri="{FF2B5EF4-FFF2-40B4-BE49-F238E27FC236}">
                <a16:creationId xmlns:a16="http://schemas.microsoft.com/office/drawing/2014/main" id="{6764B1A3-8A07-C346-AB7B-14DA2456FC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479" t="24347" r="4479" b="23872"/>
          <a:stretch/>
        </p:blipFill>
        <p:spPr>
          <a:xfrm>
            <a:off x="539750" y="6526659"/>
            <a:ext cx="1562100" cy="194816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D71001E1-A052-8941-BAC5-7A7A348F63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410369"/>
            <a:ext cx="7899400" cy="9485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endParaRPr lang="pt-PT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8925A07-5DF1-6846-8E44-127D2E352AFD}"/>
              </a:ext>
            </a:extLst>
          </p:cNvPr>
          <p:cNvSpPr/>
          <p:nvPr userDrawn="1"/>
        </p:nvSpPr>
        <p:spPr>
          <a:xfrm>
            <a:off x="533400" y="1651000"/>
            <a:ext cx="11112500" cy="538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Marcador de Posição de Conteúdo 2">
            <a:extLst>
              <a:ext uri="{FF2B5EF4-FFF2-40B4-BE49-F238E27FC236}">
                <a16:creationId xmlns:a16="http://schemas.microsoft.com/office/drawing/2014/main" id="{960F8E66-E457-A841-A8FD-2F2EA6DE0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71105"/>
            <a:ext cx="10464800" cy="42634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44396B03-C701-C346-B47E-C149FD6794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017590" y="388938"/>
            <a:ext cx="3174410" cy="763935"/>
          </a:xfrm>
          <a:prstGeom prst="rect">
            <a:avLst/>
          </a:prstGeom>
        </p:spPr>
      </p:pic>
      <p:pic>
        <p:nvPicPr>
          <p:cNvPr id="13" name="Imagem 12" descr="Uma imagem com Tipo de letra, Gráficos, captura de ecrã, tipografia&#10;&#10;Descrição gerada automaticamente">
            <a:extLst>
              <a:ext uri="{FF2B5EF4-FFF2-40B4-BE49-F238E27FC236}">
                <a16:creationId xmlns:a16="http://schemas.microsoft.com/office/drawing/2014/main" id="{BFF386E7-0620-EA47-AC05-9DD4E3951A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223" t="17115" r="2665" b="16520"/>
          <a:stretch/>
        </p:blipFill>
        <p:spPr>
          <a:xfrm>
            <a:off x="677782" y="6488407"/>
            <a:ext cx="2589888" cy="27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601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do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05D91-FE13-2948-B8FD-6D8371C9D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457200"/>
            <a:ext cx="6565900" cy="16002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pt-PT" dirty="0"/>
              <a:t>Speaker </a:t>
            </a:r>
            <a:r>
              <a:rPr lang="pt-PT" dirty="0" err="1"/>
              <a:t>Page</a:t>
            </a:r>
            <a:endParaRPr lang="pt-PT" dirty="0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F94A86F-55BC-6B4B-ADF6-A988B29380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384868" y="4800601"/>
            <a:ext cx="5125844" cy="609600"/>
          </a:xfrm>
        </p:spPr>
        <p:txBody>
          <a:bodyPr>
            <a:normAutofit/>
          </a:bodyPr>
          <a:lstStyle>
            <a:lvl1pPr marL="0" indent="0">
              <a:buNone/>
              <a:defRPr sz="3200" b="0" i="0">
                <a:latin typeface="Funnel Display Medium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/>
              <a:t>Speaker </a:t>
            </a:r>
            <a:r>
              <a:rPr lang="pt-PT" dirty="0" err="1"/>
              <a:t>Name</a:t>
            </a:r>
            <a:br>
              <a:rPr lang="pt-PT" dirty="0"/>
            </a:br>
            <a:endParaRPr lang="pt-PT" dirty="0"/>
          </a:p>
        </p:txBody>
      </p:sp>
      <p:sp>
        <p:nvSpPr>
          <p:cNvPr id="8" name="Marcador de Posição do Rodapé 6">
            <a:extLst>
              <a:ext uri="{FF2B5EF4-FFF2-40B4-BE49-F238E27FC236}">
                <a16:creationId xmlns:a16="http://schemas.microsoft.com/office/drawing/2014/main" id="{B11F3F0F-A59C-A842-8450-B0DC9F24A2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 dirty="0" err="1"/>
              <a:t>Author</a:t>
            </a:r>
            <a:r>
              <a:rPr lang="pt-PT" dirty="0"/>
              <a:t>, Local, </a:t>
            </a:r>
            <a:r>
              <a:rPr lang="pt-PT" dirty="0" err="1"/>
              <a:t>Day</a:t>
            </a:r>
            <a:endParaRPr lang="pt-PT" dirty="0"/>
          </a:p>
        </p:txBody>
      </p:sp>
      <p:sp>
        <p:nvSpPr>
          <p:cNvPr id="9" name="Marcador de Posição do Número do Diapositivo 7">
            <a:extLst>
              <a:ext uri="{FF2B5EF4-FFF2-40B4-BE49-F238E27FC236}">
                <a16:creationId xmlns:a16="http://schemas.microsoft.com/office/drawing/2014/main" id="{11DF3418-4496-ED45-85FF-C653E7245A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sp>
        <p:nvSpPr>
          <p:cNvPr id="17" name="Marcador de Posição do Número do Diapositivo 4">
            <a:extLst>
              <a:ext uri="{FF2B5EF4-FFF2-40B4-BE49-F238E27FC236}">
                <a16:creationId xmlns:a16="http://schemas.microsoft.com/office/drawing/2014/main" id="{BA779563-C995-DC4D-A28F-EC5625E133CA}"/>
              </a:ext>
            </a:extLst>
          </p:cNvPr>
          <p:cNvSpPr txBox="1">
            <a:spLocks/>
          </p:cNvSpPr>
          <p:nvPr userDrawn="1"/>
        </p:nvSpPr>
        <p:spPr>
          <a:xfrm>
            <a:off x="11074400" y="6356350"/>
            <a:ext cx="58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r" defTabSz="914400" rtl="0" eaLnBrk="1" latinLnBrk="0" hangingPunct="1">
              <a:defRPr sz="1200" b="0" i="0" kern="1200">
                <a:solidFill>
                  <a:srgbClr val="23324C"/>
                </a:solidFill>
                <a:latin typeface="Funnel Display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sp>
        <p:nvSpPr>
          <p:cNvPr id="18" name="Gráfico 9">
            <a:extLst>
              <a:ext uri="{FF2B5EF4-FFF2-40B4-BE49-F238E27FC236}">
                <a16:creationId xmlns:a16="http://schemas.microsoft.com/office/drawing/2014/main" id="{4561D31B-C010-C34A-B8F9-FE5ABBEE036D}"/>
              </a:ext>
            </a:extLst>
          </p:cNvPr>
          <p:cNvSpPr/>
          <p:nvPr userDrawn="1"/>
        </p:nvSpPr>
        <p:spPr>
          <a:xfrm>
            <a:off x="546100" y="2336800"/>
            <a:ext cx="3721098" cy="3735568"/>
          </a:xfrm>
          <a:custGeom>
            <a:avLst/>
            <a:gdLst>
              <a:gd name="connsiteX0" fmla="*/ 0 w 3400747"/>
              <a:gd name="connsiteY0" fmla="*/ 0 h 3400747"/>
              <a:gd name="connsiteX1" fmla="*/ 0 w 3400747"/>
              <a:gd name="connsiteY1" fmla="*/ 3400748 h 3400747"/>
              <a:gd name="connsiteX2" fmla="*/ 3400748 w 3400747"/>
              <a:gd name="connsiteY2" fmla="*/ 3400748 h 3400747"/>
              <a:gd name="connsiteX3" fmla="*/ 3400748 w 3400747"/>
              <a:gd name="connsiteY3" fmla="*/ 445510 h 3400747"/>
              <a:gd name="connsiteX4" fmla="*/ 3331250 w 3400747"/>
              <a:gd name="connsiteY4" fmla="*/ 277707 h 3400747"/>
              <a:gd name="connsiteX5" fmla="*/ 3123041 w 3400747"/>
              <a:gd name="connsiteY5" fmla="*/ 69498 h 3400747"/>
              <a:gd name="connsiteX6" fmla="*/ 2955142 w 3400747"/>
              <a:gd name="connsiteY6" fmla="*/ 0 h 3400747"/>
              <a:gd name="connsiteX7" fmla="*/ 0 w 3400747"/>
              <a:gd name="connsiteY7" fmla="*/ 0 h 3400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00747" h="3400747">
                <a:moveTo>
                  <a:pt x="0" y="0"/>
                </a:moveTo>
                <a:lnTo>
                  <a:pt x="0" y="3400748"/>
                </a:lnTo>
                <a:cubicBezTo>
                  <a:pt x="0" y="3400748"/>
                  <a:pt x="3400748" y="3400748"/>
                  <a:pt x="3400748" y="3400748"/>
                </a:cubicBezTo>
                <a:lnTo>
                  <a:pt x="3400748" y="445510"/>
                </a:lnTo>
                <a:cubicBezTo>
                  <a:pt x="3400748" y="382572"/>
                  <a:pt x="3375744" y="322201"/>
                  <a:pt x="3331250" y="277707"/>
                </a:cubicBezTo>
                <a:lnTo>
                  <a:pt x="3123041" y="69498"/>
                </a:lnTo>
                <a:cubicBezTo>
                  <a:pt x="3078452" y="25004"/>
                  <a:pt x="3018081" y="0"/>
                  <a:pt x="295514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9498" cap="flat">
            <a:noFill/>
            <a:prstDash val="solid"/>
            <a:miter/>
          </a:ln>
        </p:spPr>
        <p:txBody>
          <a:bodyPr rtlCol="0" anchor="ctr"/>
          <a:lstStyle/>
          <a:p>
            <a:endParaRPr lang="pt-PT" b="0" i="0" dirty="0">
              <a:latin typeface="Funnel Display" pitchFamily="2" charset="0"/>
            </a:endParaRP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247EDD00-6E90-944A-BBA7-D85FBFAC2BC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8401" y="-10389"/>
            <a:ext cx="4923599" cy="3949700"/>
          </a:xfrm>
          <a:prstGeom prst="rect">
            <a:avLst/>
          </a:prstGeom>
        </p:spPr>
      </p:pic>
      <p:sp>
        <p:nvSpPr>
          <p:cNvPr id="11" name="Marcador de Posição do Texto 3">
            <a:extLst>
              <a:ext uri="{FF2B5EF4-FFF2-40B4-BE49-F238E27FC236}">
                <a16:creationId xmlns:a16="http://schemas.microsoft.com/office/drawing/2014/main" id="{94E88C08-BB5D-A842-99F9-712954ABAE84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384868" y="5473701"/>
            <a:ext cx="5125844" cy="609600"/>
          </a:xfrm>
        </p:spPr>
        <p:txBody>
          <a:bodyPr>
            <a:normAutofit/>
          </a:bodyPr>
          <a:lstStyle>
            <a:lvl1pPr marL="0" indent="0">
              <a:buNone/>
              <a:defRPr sz="2800" b="0" i="0">
                <a:latin typeface="Funnel Display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 err="1"/>
              <a:t>Affiliation</a:t>
            </a:r>
            <a:endParaRPr lang="pt-PT" dirty="0"/>
          </a:p>
        </p:txBody>
      </p:sp>
      <p:pic>
        <p:nvPicPr>
          <p:cNvPr id="12" name="Imagem 11" descr="Uma imagem com Tipo de letra, Gráficos, captura de ecrã, tipografia&#10;&#10;Descrição gerada automaticamente">
            <a:extLst>
              <a:ext uri="{FF2B5EF4-FFF2-40B4-BE49-F238E27FC236}">
                <a16:creationId xmlns:a16="http://schemas.microsoft.com/office/drawing/2014/main" id="{BC4F7B44-4BB2-BD48-BA4A-A212C98511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223" t="17115" r="2665" b="16520"/>
          <a:stretch/>
        </p:blipFill>
        <p:spPr>
          <a:xfrm>
            <a:off x="481840" y="6488407"/>
            <a:ext cx="2589888" cy="273774"/>
          </a:xfrm>
          <a:prstGeom prst="rect">
            <a:avLst/>
          </a:prstGeom>
        </p:spPr>
      </p:pic>
      <p:sp>
        <p:nvSpPr>
          <p:cNvPr id="13" name="Marcador de Posição da Imagem 4">
            <a:extLst>
              <a:ext uri="{FF2B5EF4-FFF2-40B4-BE49-F238E27FC236}">
                <a16:creationId xmlns:a16="http://schemas.microsoft.com/office/drawing/2014/main" id="{57B79EB8-5693-6E45-A5A7-D8D9E4881B2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8579" y="2559169"/>
            <a:ext cx="3236140" cy="3290830"/>
          </a:xfrm>
          <a:prstGeom prst="snip1Rect">
            <a:avLst>
              <a:gd name="adj" fmla="val 10623"/>
            </a:avLst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t-PT" dirty="0" err="1"/>
              <a:t>Photo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speaker</a:t>
            </a:r>
          </a:p>
        </p:txBody>
      </p:sp>
    </p:spTree>
    <p:extLst>
      <p:ext uri="{BB962C8B-B14F-4D97-AF65-F5344CB8AC3E}">
        <p14:creationId xmlns:p14="http://schemas.microsoft.com/office/powerpoint/2010/main" val="368833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tabel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DCEC1556-7DC8-8346-98DE-6EC91A493E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 dirty="0" err="1"/>
              <a:t>Author</a:t>
            </a:r>
            <a:r>
              <a:rPr lang="pt-PT" dirty="0"/>
              <a:t>, Local, </a:t>
            </a:r>
            <a:r>
              <a:rPr lang="pt-PT" dirty="0" err="1"/>
              <a:t>Day</a:t>
            </a:r>
            <a:endParaRPr lang="pt-PT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51F7C735-42E8-934A-882D-5DA885621E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A3B20FE7-6438-F743-989C-69EADE35E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410369"/>
            <a:ext cx="6400800" cy="9485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r>
              <a:rPr lang="pt-PT" dirty="0"/>
              <a:t> 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5EEE2A6-798E-0043-A0C6-92DE376FF2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6100" y="1722885"/>
            <a:ext cx="4737100" cy="425926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10" name="Marcador de Posição da Tabela 9">
            <a:extLst>
              <a:ext uri="{FF2B5EF4-FFF2-40B4-BE49-F238E27FC236}">
                <a16:creationId xmlns:a16="http://schemas.microsoft.com/office/drawing/2014/main" id="{CA8174A1-A36A-A341-8A81-19AE87A4F30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537200" y="1750220"/>
            <a:ext cx="6108700" cy="425926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pt-PT" dirty="0" err="1"/>
              <a:t>Table</a:t>
            </a:r>
            <a:endParaRPr lang="pt-PT" dirty="0"/>
          </a:p>
        </p:txBody>
      </p:sp>
      <p:pic>
        <p:nvPicPr>
          <p:cNvPr id="9" name="Imagem 8" descr="Uma imagem com Tipo de letra, Gráficos, captura de ecrã, tipografia&#10;&#10;Descrição gerada automaticamente">
            <a:extLst>
              <a:ext uri="{FF2B5EF4-FFF2-40B4-BE49-F238E27FC236}">
                <a16:creationId xmlns:a16="http://schemas.microsoft.com/office/drawing/2014/main" id="{9F15A2CA-C9F1-DF4C-8164-85AC09C6DB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23" t="17115" r="2665" b="16520"/>
          <a:stretch/>
        </p:blipFill>
        <p:spPr>
          <a:xfrm>
            <a:off x="481840" y="6488407"/>
            <a:ext cx="2589888" cy="27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732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Rodapé 6">
            <a:extLst>
              <a:ext uri="{FF2B5EF4-FFF2-40B4-BE49-F238E27FC236}">
                <a16:creationId xmlns:a16="http://schemas.microsoft.com/office/drawing/2014/main" id="{53B51DB1-6AB1-C049-8B40-A13CF8CA57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97800" y="6356350"/>
            <a:ext cx="3187700" cy="365125"/>
          </a:xfrm>
        </p:spPr>
        <p:txBody>
          <a:bodyPr anchor="b"/>
          <a:lstStyle>
            <a:lvl1pPr algn="r">
              <a:defRPr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 dirty="0" err="1"/>
              <a:t>Author</a:t>
            </a:r>
            <a:r>
              <a:rPr lang="pt-PT" dirty="0"/>
              <a:t>, Local, </a:t>
            </a:r>
            <a:r>
              <a:rPr lang="pt-PT" dirty="0" err="1"/>
              <a:t>Day</a:t>
            </a:r>
            <a:endParaRPr lang="pt-PT" dirty="0"/>
          </a:p>
        </p:txBody>
      </p:sp>
      <p:sp>
        <p:nvSpPr>
          <p:cNvPr id="6" name="Marcador de Posição do Número do Diapositivo 7">
            <a:extLst>
              <a:ext uri="{FF2B5EF4-FFF2-40B4-BE49-F238E27FC236}">
                <a16:creationId xmlns:a16="http://schemas.microsoft.com/office/drawing/2014/main" id="{8A2731FC-BE60-914A-82A1-E47F36DEC5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74400" y="6356350"/>
            <a:ext cx="584200" cy="365125"/>
          </a:xfrm>
        </p:spPr>
        <p:txBody>
          <a:bodyPr anchor="b"/>
          <a:lstStyle/>
          <a:p>
            <a:fld id="{CCDEE3D3-4E10-E24C-815A-D40C430BBB7C}" type="slidenum">
              <a:rPr lang="pt-PT" smtClean="0"/>
              <a:pPr/>
              <a:t>‹#›</a:t>
            </a:fld>
            <a:endParaRPr lang="pt-PT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1214537-748D-084C-AF37-80CC713546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410369"/>
            <a:ext cx="6400800" cy="9485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title</a:t>
            </a:r>
            <a:endParaRPr lang="pt-PT" dirty="0"/>
          </a:p>
        </p:txBody>
      </p:sp>
      <p:sp>
        <p:nvSpPr>
          <p:cNvPr id="8" name="Marcador de Posição de Conteúdo 2">
            <a:extLst>
              <a:ext uri="{FF2B5EF4-FFF2-40B4-BE49-F238E27FC236}">
                <a16:creationId xmlns:a16="http://schemas.microsoft.com/office/drawing/2014/main" id="{3CC54897-E960-A04C-8D6E-E8FE49DE6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524000"/>
            <a:ext cx="11112500" cy="46529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25565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DB97834-31D5-B344-B9A0-96854CBF3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145E050-C963-5D4C-A5CB-ECA1D7F4D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fld id="{CCDEE3D3-4E10-E24C-815A-D40C430BBB7C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7" name="Marcador de Posição do Título 6">
            <a:extLst>
              <a:ext uri="{FF2B5EF4-FFF2-40B4-BE49-F238E27FC236}">
                <a16:creationId xmlns:a16="http://schemas.microsoft.com/office/drawing/2014/main" id="{4C1C9462-6120-FD43-9CFA-8477EAAE2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6F14918C-F68F-424B-BE7A-FA6D662E9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23324C"/>
                </a:solidFill>
                <a:latin typeface="Funnel Display Light" pitchFamily="2" charset="0"/>
              </a:defRPr>
            </a:lvl1pPr>
          </a:lstStyle>
          <a:p>
            <a:r>
              <a:rPr lang="pt-PT"/>
              <a:t>Author, Local, Day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4214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70" r:id="rId4"/>
    <p:sldLayoutId id="2147483671" r:id="rId5"/>
    <p:sldLayoutId id="2147483669" r:id="rId6"/>
    <p:sldLayoutId id="2147483667" r:id="rId7"/>
    <p:sldLayoutId id="2147483668" r:id="rId8"/>
    <p:sldLayoutId id="2147483660" r:id="rId9"/>
    <p:sldLayoutId id="2147483661" r:id="rId10"/>
    <p:sldLayoutId id="2147483657" r:id="rId11"/>
    <p:sldLayoutId id="2147483664" r:id="rId12"/>
    <p:sldLayoutId id="2147483665" r:id="rId13"/>
    <p:sldLayoutId id="2147483663" r:id="rId14"/>
    <p:sldLayoutId id="2147483662" r:id="rId15"/>
    <p:sldLayoutId id="214748365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rgbClr val="23324C"/>
          </a:solidFill>
          <a:latin typeface="Funnel Display Medium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3324C"/>
          </a:solidFill>
          <a:latin typeface="Funnel Display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3324C"/>
          </a:solidFill>
          <a:latin typeface="Funnel Display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3324C"/>
          </a:solidFill>
          <a:latin typeface="Funnel Display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324C"/>
          </a:solidFill>
          <a:latin typeface="Funnel Displa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324C"/>
          </a:solidFill>
          <a:latin typeface="Funnel Display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image" Target="../media/image21.png"/><Relationship Id="rId7" Type="http://schemas.openxmlformats.org/officeDocument/2006/relationships/image" Target="../media/image24.JPG"/><Relationship Id="rId12" Type="http://schemas.openxmlformats.org/officeDocument/2006/relationships/image" Target="../media/image29.png"/><Relationship Id="rId17" Type="http://schemas.openxmlformats.org/officeDocument/2006/relationships/image" Target="../media/image3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4" Type="http://schemas.openxmlformats.org/officeDocument/2006/relationships/image" Target="../media/image18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8681805-610E-D04D-943B-8A2695B7A3D6}"/>
              </a:ext>
            </a:extLst>
          </p:cNvPr>
          <p:cNvSpPr txBox="1">
            <a:spLocks/>
          </p:cNvSpPr>
          <p:nvPr/>
        </p:nvSpPr>
        <p:spPr>
          <a:xfrm>
            <a:off x="626268" y="2974638"/>
            <a:ext cx="5064172" cy="168631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3324C"/>
                </a:solidFill>
                <a:latin typeface="Funnel Display Medium" pitchFamily="2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pt-PT" sz="4000" dirty="0" err="1"/>
              <a:t>Profiling</a:t>
            </a:r>
            <a:r>
              <a:rPr lang="pt-PT" sz="4000" dirty="0"/>
              <a:t> @</a:t>
            </a:r>
            <a:r>
              <a:rPr lang="pt-PT" sz="4000" dirty="0" err="1"/>
              <a:t>Deucalion</a:t>
            </a:r>
            <a:endParaRPr lang="pt-PT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65662A4-69A1-FC4A-BFE7-8EFF0D66F8C3}"/>
              </a:ext>
            </a:extLst>
          </p:cNvPr>
          <p:cNvSpPr txBox="1">
            <a:spLocks/>
          </p:cNvSpPr>
          <p:nvPr/>
        </p:nvSpPr>
        <p:spPr>
          <a:xfrm>
            <a:off x="626268" y="4874872"/>
            <a:ext cx="4897917" cy="632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23324C"/>
                </a:solidFill>
                <a:latin typeface="Funnel Display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3324C"/>
                </a:solidFill>
                <a:latin typeface="Funnel Display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3324C"/>
                </a:solidFill>
                <a:latin typeface="Funnel Display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3324C"/>
                </a:solidFill>
                <a:latin typeface="Funnel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3324C"/>
                </a:solidFill>
                <a:latin typeface="Funnel Display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dirty="0"/>
              <a:t>B. Malaca</a:t>
            </a:r>
            <a:br>
              <a:rPr lang="pt-PT" sz="2000" dirty="0"/>
            </a:br>
            <a:r>
              <a:rPr lang="pt-PT" sz="2000" dirty="0" err="1"/>
              <a:t>October</a:t>
            </a:r>
            <a:r>
              <a:rPr lang="pt-PT" sz="2000" dirty="0"/>
              <a:t> 2025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6059C9-118A-014E-B4EE-7A2EB415327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43" t="16601" r="3713" b="16547"/>
          <a:stretch/>
        </p:blipFill>
        <p:spPr>
          <a:xfrm>
            <a:off x="540077" y="1494904"/>
            <a:ext cx="4686831" cy="7376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6582B781-E6E9-4D42-BC4F-83B61FB4A5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167" y="926980"/>
            <a:ext cx="2667217" cy="470685"/>
          </a:xfrm>
          <a:prstGeom prst="rect">
            <a:avLst/>
          </a:prstGeom>
        </p:spPr>
      </p:pic>
      <p:sp>
        <p:nvSpPr>
          <p:cNvPr id="7" name="Gráfico 7">
            <a:extLst>
              <a:ext uri="{FF2B5EF4-FFF2-40B4-BE49-F238E27FC236}">
                <a16:creationId xmlns:a16="http://schemas.microsoft.com/office/drawing/2014/main" id="{57BE042A-D63E-3749-941C-5740B0B1A8DA}"/>
              </a:ext>
            </a:extLst>
          </p:cNvPr>
          <p:cNvSpPr/>
          <p:nvPr/>
        </p:nvSpPr>
        <p:spPr>
          <a:xfrm>
            <a:off x="6199906" y="0"/>
            <a:ext cx="5991810" cy="6858000"/>
          </a:xfrm>
          <a:custGeom>
            <a:avLst/>
            <a:gdLst>
              <a:gd name="connsiteX0" fmla="*/ 5991810 w 5991810"/>
              <a:gd name="connsiteY0" fmla="*/ 0 h 6858000"/>
              <a:gd name="connsiteX1" fmla="*/ 5991810 w 5991810"/>
              <a:gd name="connsiteY1" fmla="*/ 4862170 h 6858000"/>
              <a:gd name="connsiteX2" fmla="*/ 4994318 w 5991810"/>
              <a:gd name="connsiteY2" fmla="*/ 4862170 h 6858000"/>
              <a:gd name="connsiteX3" fmla="*/ 4994318 w 5991810"/>
              <a:gd name="connsiteY3" fmla="*/ 5860085 h 6858000"/>
              <a:gd name="connsiteX4" fmla="*/ 3996825 w 5991810"/>
              <a:gd name="connsiteY4" fmla="*/ 5860085 h 6858000"/>
              <a:gd name="connsiteX5" fmla="*/ 3986086 w 5991810"/>
              <a:gd name="connsiteY5" fmla="*/ 6858000 h 6858000"/>
              <a:gd name="connsiteX6" fmla="*/ 0 w 5991810"/>
              <a:gd name="connsiteY6" fmla="*/ 6858000 h 6858000"/>
              <a:gd name="connsiteX7" fmla="*/ 0 w 5991810"/>
              <a:gd name="connsiteY7" fmla="*/ 2993746 h 6858000"/>
              <a:gd name="connsiteX8" fmla="*/ 997569 w 5991810"/>
              <a:gd name="connsiteY8" fmla="*/ 2993746 h 6858000"/>
              <a:gd name="connsiteX9" fmla="*/ 997569 w 5991810"/>
              <a:gd name="connsiteY9" fmla="*/ 997915 h 6858000"/>
              <a:gd name="connsiteX10" fmla="*/ 1995061 w 5991810"/>
              <a:gd name="connsiteY10" fmla="*/ 997915 h 6858000"/>
              <a:gd name="connsiteX11" fmla="*/ 1995061 w 5991810"/>
              <a:gd name="connsiteY11" fmla="*/ 0 h 6858000"/>
              <a:gd name="connsiteX12" fmla="*/ 5991810 w 5991810"/>
              <a:gd name="connsiteY1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991810" h="6858000">
                <a:moveTo>
                  <a:pt x="5991810" y="0"/>
                </a:moveTo>
                <a:lnTo>
                  <a:pt x="5991810" y="4862170"/>
                </a:lnTo>
                <a:lnTo>
                  <a:pt x="4994318" y="4862170"/>
                </a:lnTo>
                <a:lnTo>
                  <a:pt x="4994318" y="5860085"/>
                </a:lnTo>
                <a:lnTo>
                  <a:pt x="3996825" y="5860085"/>
                </a:lnTo>
                <a:lnTo>
                  <a:pt x="3986086" y="6858000"/>
                </a:lnTo>
                <a:lnTo>
                  <a:pt x="0" y="6858000"/>
                </a:lnTo>
                <a:lnTo>
                  <a:pt x="0" y="2993746"/>
                </a:lnTo>
                <a:lnTo>
                  <a:pt x="997569" y="2993746"/>
                </a:lnTo>
                <a:lnTo>
                  <a:pt x="997569" y="997915"/>
                </a:lnTo>
                <a:lnTo>
                  <a:pt x="1995061" y="997915"/>
                </a:lnTo>
                <a:lnTo>
                  <a:pt x="1995061" y="0"/>
                </a:lnTo>
                <a:lnTo>
                  <a:pt x="5991810" y="0"/>
                </a:lnTo>
                <a:close/>
              </a:path>
            </a:pathLst>
          </a:custGeom>
          <a:blipFill>
            <a:blip r:embed="rId7"/>
            <a:stretch>
              <a:fillRect l="-41986" r="-36090"/>
            </a:stretch>
          </a:blipFill>
          <a:ln w="7613" cap="flat">
            <a:noFill/>
            <a:prstDash val="solid"/>
            <a:miter/>
          </a:ln>
        </p:spPr>
        <p:txBody>
          <a:bodyPr rtlCol="0" anchor="ctr"/>
          <a:lstStyle/>
          <a:p>
            <a:endParaRPr lang="pt-PT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3CCBEDCA-95F5-BD42-B86A-1B4996A8CC32}"/>
              </a:ext>
            </a:extLst>
          </p:cNvPr>
          <p:cNvGrpSpPr/>
          <p:nvPr/>
        </p:nvGrpSpPr>
        <p:grpSpPr>
          <a:xfrm>
            <a:off x="741584" y="5931019"/>
            <a:ext cx="4773355" cy="814169"/>
            <a:chOff x="5521588" y="5775073"/>
            <a:chExt cx="5368614" cy="915699"/>
          </a:xfrm>
        </p:grpSpPr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3D39C8E3-E90E-CC4F-B3C3-9CA5F709ECF7}"/>
                </a:ext>
              </a:extLst>
            </p:cNvPr>
            <p:cNvSpPr>
              <a:spLocks/>
            </p:cNvSpPr>
            <p:nvPr/>
          </p:nvSpPr>
          <p:spPr>
            <a:xfrm>
              <a:off x="7030180" y="6254944"/>
              <a:ext cx="1428223" cy="409243"/>
            </a:xfrm>
            <a:custGeom>
              <a:avLst/>
              <a:gdLst/>
              <a:ahLst/>
              <a:cxnLst/>
              <a:rect l="l" t="t" r="r" b="b"/>
              <a:pathLst>
                <a:path w="1213141" h="347613">
                  <a:moveTo>
                    <a:pt x="0" y="0"/>
                  </a:moveTo>
                  <a:lnTo>
                    <a:pt x="1213141" y="0"/>
                  </a:lnTo>
                  <a:lnTo>
                    <a:pt x="1213141" y="347614"/>
                  </a:lnTo>
                  <a:lnTo>
                    <a:pt x="0" y="347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993" t="-78702" r="-12011" b="-65599"/>
              </a:stretch>
            </a:blipFill>
          </p:spPr>
          <p:txBody>
            <a:bodyPr/>
            <a:lstStyle/>
            <a:p>
              <a:endParaRPr lang="en-GB" dirty="0">
                <a:latin typeface="Funnel Display" pitchFamily="2" charset="0"/>
              </a:endParaRPr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F7641AA6-04C6-4A42-9EFE-0136671616F6}"/>
                </a:ext>
              </a:extLst>
            </p:cNvPr>
            <p:cNvSpPr>
              <a:spLocks/>
            </p:cNvSpPr>
            <p:nvPr/>
          </p:nvSpPr>
          <p:spPr>
            <a:xfrm>
              <a:off x="10349321" y="6281529"/>
              <a:ext cx="540881" cy="409243"/>
            </a:xfrm>
            <a:custGeom>
              <a:avLst/>
              <a:gdLst/>
              <a:ahLst/>
              <a:cxnLst/>
              <a:rect l="l" t="t" r="r" b="b"/>
              <a:pathLst>
                <a:path w="599986" h="455989">
                  <a:moveTo>
                    <a:pt x="0" y="0"/>
                  </a:moveTo>
                  <a:lnTo>
                    <a:pt x="599986" y="0"/>
                  </a:lnTo>
                  <a:lnTo>
                    <a:pt x="599986" y="455990"/>
                  </a:lnTo>
                  <a:lnTo>
                    <a:pt x="0" y="455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GB" dirty="0">
                <a:latin typeface="Funnel Display" pitchFamily="2" charset="0"/>
              </a:endParaRPr>
            </a:p>
          </p:txBody>
        </p:sp>
        <p:sp>
          <p:nvSpPr>
            <p:cNvPr id="20" name="Freeform 23">
              <a:extLst>
                <a:ext uri="{FF2B5EF4-FFF2-40B4-BE49-F238E27FC236}">
                  <a16:creationId xmlns:a16="http://schemas.microsoft.com/office/drawing/2014/main" id="{5BC3648F-6522-9F47-91C1-62BD83418749}"/>
                </a:ext>
              </a:extLst>
            </p:cNvPr>
            <p:cNvSpPr>
              <a:spLocks/>
            </p:cNvSpPr>
            <p:nvPr/>
          </p:nvSpPr>
          <p:spPr>
            <a:xfrm>
              <a:off x="8505641" y="6281530"/>
              <a:ext cx="1695472" cy="285335"/>
            </a:xfrm>
            <a:custGeom>
              <a:avLst/>
              <a:gdLst/>
              <a:ahLst/>
              <a:cxnLst/>
              <a:rect l="l" t="t" r="r" b="b"/>
              <a:pathLst>
                <a:path w="1351487" h="227445">
                  <a:moveTo>
                    <a:pt x="0" y="0"/>
                  </a:moveTo>
                  <a:lnTo>
                    <a:pt x="1351487" y="0"/>
                  </a:lnTo>
                  <a:lnTo>
                    <a:pt x="1351487" y="227446"/>
                  </a:lnTo>
                  <a:lnTo>
                    <a:pt x="0" y="227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GB" dirty="0">
                <a:latin typeface="Funnel Display" pitchFamily="2" charset="0"/>
              </a:endParaRPr>
            </a:p>
          </p:txBody>
        </p:sp>
        <p:sp>
          <p:nvSpPr>
            <p:cNvPr id="21" name="Freeform 25">
              <a:extLst>
                <a:ext uri="{FF2B5EF4-FFF2-40B4-BE49-F238E27FC236}">
                  <a16:creationId xmlns:a16="http://schemas.microsoft.com/office/drawing/2014/main" id="{2BEBE125-B6A5-B742-92E3-94BD7C96A8EA}"/>
                </a:ext>
              </a:extLst>
            </p:cNvPr>
            <p:cNvSpPr>
              <a:spLocks/>
            </p:cNvSpPr>
            <p:nvPr/>
          </p:nvSpPr>
          <p:spPr>
            <a:xfrm>
              <a:off x="5521588" y="6254944"/>
              <a:ext cx="1461354" cy="338505"/>
            </a:xfrm>
            <a:custGeom>
              <a:avLst/>
              <a:gdLst/>
              <a:ahLst/>
              <a:cxnLst/>
              <a:rect l="l" t="t" r="r" b="b"/>
              <a:pathLst>
                <a:path w="2063201" h="477916">
                  <a:moveTo>
                    <a:pt x="0" y="0"/>
                  </a:moveTo>
                  <a:lnTo>
                    <a:pt x="2063201" y="0"/>
                  </a:lnTo>
                  <a:lnTo>
                    <a:pt x="2063201" y="477916"/>
                  </a:lnTo>
                  <a:lnTo>
                    <a:pt x="0" y="477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6301" b="-6301"/>
              </a:stretch>
            </a:blipFill>
          </p:spPr>
          <p:txBody>
            <a:bodyPr/>
            <a:lstStyle/>
            <a:p>
              <a:endParaRPr lang="en-GB" dirty="0">
                <a:latin typeface="Funnel Display" pitchFamily="2" charset="0"/>
              </a:endParaRPr>
            </a:p>
          </p:txBody>
        </p:sp>
        <p:pic>
          <p:nvPicPr>
            <p:cNvPr id="22" name="Gráfico 21">
              <a:extLst>
                <a:ext uri="{FF2B5EF4-FFF2-40B4-BE49-F238E27FC236}">
                  <a16:creationId xmlns:a16="http://schemas.microsoft.com/office/drawing/2014/main" id="{93A29E2F-87F0-704B-B510-89499DAD0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780564" y="5775077"/>
              <a:ext cx="1252263" cy="341527"/>
            </a:xfrm>
            <a:prstGeom prst="rect">
              <a:avLst/>
            </a:prstGeom>
          </p:spPr>
        </p:pic>
        <p:pic>
          <p:nvPicPr>
            <p:cNvPr id="23" name="Gráfico 22">
              <a:extLst>
                <a:ext uri="{FF2B5EF4-FFF2-40B4-BE49-F238E27FC236}">
                  <a16:creationId xmlns:a16="http://schemas.microsoft.com/office/drawing/2014/main" id="{B689E687-7B28-394C-8F6F-F1767FD6C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73339" y="5775073"/>
              <a:ext cx="1252263" cy="311919"/>
            </a:xfrm>
            <a:prstGeom prst="rect">
              <a:avLst/>
            </a:prstGeom>
          </p:spPr>
        </p:pic>
        <p:pic>
          <p:nvPicPr>
            <p:cNvPr id="24" name="Gráfico 23">
              <a:extLst>
                <a:ext uri="{FF2B5EF4-FFF2-40B4-BE49-F238E27FC236}">
                  <a16:creationId xmlns:a16="http://schemas.microsoft.com/office/drawing/2014/main" id="{0208EF17-A163-8B41-9655-2F8842882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521588" y="5776846"/>
              <a:ext cx="1100991" cy="3669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8482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07D7A-7451-5424-8B2C-44C5342B0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3DCE-F834-8BEB-D821-E73BE1AD1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29775"/>
            <a:ext cx="9553464" cy="948532"/>
          </a:xfrm>
        </p:spPr>
        <p:txBody>
          <a:bodyPr>
            <a:normAutofit/>
          </a:bodyPr>
          <a:lstStyle/>
          <a:p>
            <a:r>
              <a:rPr lang="en-US" dirty="0"/>
              <a:t>Compiling </a:t>
            </a:r>
            <a:r>
              <a:rPr lang="en-US" dirty="0" err="1"/>
              <a:t>zpic</a:t>
            </a:r>
            <a:r>
              <a:rPr lang="en-US" dirty="0"/>
              <a:t> for the first time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C795A4-6CF2-73D0-5A29-722C19EF47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FA13FB-7553-BD4D-B9B5-650C9A7A16C6}" type="slidenum">
              <a:rPr lang="en-PT" smtClean="0">
                <a:latin typeface="Funnel Display" pitchFamily="2" charset="0"/>
              </a:rPr>
              <a:t>2</a:t>
            </a:fld>
            <a:endParaRPr lang="en-PT" dirty="0">
              <a:latin typeface="Funnel Display" pitchFamily="2" charset="0"/>
            </a:endParaRPr>
          </a:p>
        </p:txBody>
      </p:sp>
      <p:sp>
        <p:nvSpPr>
          <p:cNvPr id="72" name="Google Shape;154;p5">
            <a:extLst>
              <a:ext uri="{FF2B5EF4-FFF2-40B4-BE49-F238E27FC236}">
                <a16:creationId xmlns:a16="http://schemas.microsoft.com/office/drawing/2014/main" id="{819799A4-BDD5-B1BD-3A36-AE6EAA7F4B25}"/>
              </a:ext>
            </a:extLst>
          </p:cNvPr>
          <p:cNvSpPr txBox="1">
            <a:spLocks/>
          </p:cNvSpPr>
          <p:nvPr/>
        </p:nvSpPr>
        <p:spPr>
          <a:xfrm>
            <a:off x="7769924" y="6356350"/>
            <a:ext cx="35469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23324C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PT" dirty="0"/>
              <a:t>Computação Paralela 2025/26, 27th </a:t>
            </a:r>
            <a:r>
              <a:rPr lang="pt-PT" dirty="0" err="1"/>
              <a:t>October</a:t>
            </a:r>
            <a:endParaRPr lang="pt-PT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B0DF1A-8090-23F7-071D-DC337BE74FFA}"/>
              </a:ext>
            </a:extLst>
          </p:cNvPr>
          <p:cNvSpPr txBox="1"/>
          <p:nvPr/>
        </p:nvSpPr>
        <p:spPr>
          <a:xfrm>
            <a:off x="599377" y="2822875"/>
            <a:ext cx="10475022" cy="102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Funnel Display" pitchFamily="2" charset="0"/>
                <a:ea typeface="Montserrat Bold"/>
                <a:cs typeface="Montserrat Bold"/>
                <a:sym typeface="Montserrat Bold"/>
              </a:rPr>
              <a:t>Start a session in an ARM node:</a:t>
            </a:r>
          </a:p>
          <a:p>
            <a:pPr>
              <a:lnSpc>
                <a:spcPct val="125000"/>
              </a:lnSpc>
            </a:pPr>
            <a:r>
              <a:rPr lang="en-US" sz="1800" b="1" dirty="0">
                <a:latin typeface="Funnel Display" pitchFamily="2" charset="0"/>
                <a:ea typeface="Montserrat Bold"/>
                <a:cs typeface="Montserrat Bold"/>
                <a:sym typeface="Montserrat Bold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-A f202500010hpcvlabuminhoa --time=04:00:00 -n 1  -p normal-arm \ 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bash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20916-D74F-0E82-685F-11486A7F95D6}"/>
              </a:ext>
            </a:extLst>
          </p:cNvPr>
          <p:cNvSpPr txBox="1"/>
          <p:nvPr/>
        </p:nvSpPr>
        <p:spPr>
          <a:xfrm>
            <a:off x="533400" y="1541976"/>
            <a:ext cx="9855200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Funnel Display" pitchFamily="2" charset="0"/>
                <a:cs typeface="Courier New" panose="02070309020205020404" pitchFamily="49" charset="0"/>
              </a:rPr>
              <a:t>Clone the repository: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cd /projects/F202500010HPCVLABUMINHO/&lt;username&gt; #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quotaprojects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git clone https://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BMalaca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zpic_CompParalela.git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A7E24-6E8D-6E37-FFA1-298397F175FB}"/>
              </a:ext>
            </a:extLst>
          </p:cNvPr>
          <p:cNvSpPr txBox="1"/>
          <p:nvPr/>
        </p:nvSpPr>
        <p:spPr>
          <a:xfrm>
            <a:off x="599376" y="3982720"/>
            <a:ext cx="10475023" cy="240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Funnel Display" pitchFamily="2" charset="0"/>
                <a:ea typeface="Montserrat Bold"/>
                <a:cs typeface="Montserrat Bold"/>
                <a:sym typeface="Montserrat Bold"/>
              </a:rPr>
              <a:t>Load modules (e.g. GCC) , compile and run:</a:t>
            </a:r>
          </a:p>
          <a:p>
            <a:pPr>
              <a:lnSpc>
                <a:spcPct val="125000"/>
              </a:lnSpc>
            </a:pPr>
            <a:r>
              <a:rPr lang="en-US" sz="1800" b="1" dirty="0">
                <a:latin typeface="Funnel Display" pitchFamily="2" charset="0"/>
                <a:ea typeface="Montserrat Bold"/>
                <a:cs typeface="Montserrat Bold"/>
                <a:sym typeface="Montserrat Bold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ml GCC/13 #or GCC/14, etc.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zpic_CompParalela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#change input file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=40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=35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make clean; make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./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#don’t forget to exit at the end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3845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3B67-C551-EA45-9A7A-3DED838FF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F4CA-8098-A13B-97D1-CBE9C2C6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29775"/>
            <a:ext cx="9553464" cy="948532"/>
          </a:xfrm>
        </p:spPr>
        <p:txBody>
          <a:bodyPr>
            <a:normAutofit/>
          </a:bodyPr>
          <a:lstStyle/>
          <a:p>
            <a:r>
              <a:rPr lang="en-US" dirty="0"/>
              <a:t>Changing the input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76176E0-7B8A-B721-7353-055EF21069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FA13FB-7553-BD4D-B9B5-650C9A7A16C6}" type="slidenum">
              <a:rPr lang="en-PT" smtClean="0">
                <a:latin typeface="Funnel Display" pitchFamily="2" charset="0"/>
              </a:rPr>
              <a:t>3</a:t>
            </a:fld>
            <a:endParaRPr lang="en-PT" dirty="0">
              <a:latin typeface="Funnel Display" pitchFamily="2" charset="0"/>
            </a:endParaRPr>
          </a:p>
        </p:txBody>
      </p:sp>
      <p:sp>
        <p:nvSpPr>
          <p:cNvPr id="72" name="Google Shape;154;p5">
            <a:extLst>
              <a:ext uri="{FF2B5EF4-FFF2-40B4-BE49-F238E27FC236}">
                <a16:creationId xmlns:a16="http://schemas.microsoft.com/office/drawing/2014/main" id="{66943C21-376D-3DFB-D209-1E082B86BB10}"/>
              </a:ext>
            </a:extLst>
          </p:cNvPr>
          <p:cNvSpPr txBox="1">
            <a:spLocks/>
          </p:cNvSpPr>
          <p:nvPr/>
        </p:nvSpPr>
        <p:spPr>
          <a:xfrm>
            <a:off x="7769924" y="6356350"/>
            <a:ext cx="35469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23324C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PT" dirty="0"/>
              <a:t>Computação Paralela 2025/26, 27th </a:t>
            </a:r>
            <a:r>
              <a:rPr lang="pt-PT" dirty="0" err="1"/>
              <a:t>October</a:t>
            </a:r>
            <a:endParaRPr lang="pt-P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DEF77-2086-FB2B-B081-BB57C769747B}"/>
              </a:ext>
            </a:extLst>
          </p:cNvPr>
          <p:cNvSpPr txBox="1"/>
          <p:nvPr/>
        </p:nvSpPr>
        <p:spPr>
          <a:xfrm>
            <a:off x="533400" y="1541976"/>
            <a:ext cx="9855200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Change input file (in a login node):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vi input/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laser_particles.c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#or nano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make clean; make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14E21-2E65-B598-67D1-428F98CBFA45}"/>
              </a:ext>
            </a:extLst>
          </p:cNvPr>
          <p:cNvSpPr txBox="1"/>
          <p:nvPr/>
        </p:nvSpPr>
        <p:spPr>
          <a:xfrm>
            <a:off x="1611368" y="3190240"/>
            <a:ext cx="8969264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@ln02 </a:t>
            </a:r>
            <a:r>
              <a:rPr lang="en-US" sz="15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zpic_CompParalela</a:t>
            </a: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]$ cat 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input/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laser_particles.c</a:t>
            </a:r>
            <a:endParaRPr lang="en-US" sz="15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sim_init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t_simulation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sim ){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   // Time step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   float dt = 0.00095;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   float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tmax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40;  //change </a:t>
            </a:r>
            <a:r>
              <a:rPr lang="en-US" sz="15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to 35</a:t>
            </a:r>
            <a:endParaRPr lang="en-US" sz="15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5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</a:p>
          <a:p>
            <a:endParaRPr lang="en-US" sz="15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22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BB47-8D72-0B75-5081-BF5452198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EA5F2-5DA9-F6F1-360F-6BA84CD1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29775"/>
            <a:ext cx="9553464" cy="948532"/>
          </a:xfrm>
        </p:spPr>
        <p:txBody>
          <a:bodyPr>
            <a:normAutofit/>
          </a:bodyPr>
          <a:lstStyle/>
          <a:p>
            <a:r>
              <a:rPr lang="en-US" dirty="0"/>
              <a:t>Profiling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3E0E2D-FA67-E7EC-5E60-A56CFFF326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FA13FB-7553-BD4D-B9B5-650C9A7A16C6}" type="slidenum">
              <a:rPr lang="en-PT" smtClean="0">
                <a:latin typeface="Funnel Display" pitchFamily="2" charset="0"/>
              </a:rPr>
              <a:t>4</a:t>
            </a:fld>
            <a:endParaRPr lang="en-PT" dirty="0">
              <a:latin typeface="Funnel Display" pitchFamily="2" charset="0"/>
            </a:endParaRPr>
          </a:p>
        </p:txBody>
      </p:sp>
      <p:sp>
        <p:nvSpPr>
          <p:cNvPr id="72" name="Google Shape;154;p5">
            <a:extLst>
              <a:ext uri="{FF2B5EF4-FFF2-40B4-BE49-F238E27FC236}">
                <a16:creationId xmlns:a16="http://schemas.microsoft.com/office/drawing/2014/main" id="{9276F1CE-AFCB-B372-E4FB-7C12A19C04F0}"/>
              </a:ext>
            </a:extLst>
          </p:cNvPr>
          <p:cNvSpPr txBox="1">
            <a:spLocks/>
          </p:cNvSpPr>
          <p:nvPr/>
        </p:nvSpPr>
        <p:spPr>
          <a:xfrm>
            <a:off x="7769924" y="6356350"/>
            <a:ext cx="35469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23324C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PT" dirty="0"/>
              <a:t>Computação Paralela 2025/26, 27th </a:t>
            </a:r>
            <a:r>
              <a:rPr lang="pt-PT" dirty="0" err="1"/>
              <a:t>October</a:t>
            </a:r>
            <a:endParaRPr lang="pt-P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FACA3-7A96-99F0-586A-23896230050C}"/>
              </a:ext>
            </a:extLst>
          </p:cNvPr>
          <p:cNvSpPr txBox="1"/>
          <p:nvPr/>
        </p:nvSpPr>
        <p:spPr>
          <a:xfrm>
            <a:off x="533400" y="1541976"/>
            <a:ext cx="9855200" cy="767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Change </a:t>
            </a:r>
            <a:r>
              <a:rPr lang="en-US" b="1" dirty="0" err="1">
                <a:latin typeface="Funnel Display SemiBold" pitchFamily="2" charset="0"/>
                <a:cs typeface="Courier New" panose="02070309020205020404" pitchFamily="49" charset="0"/>
              </a:rPr>
              <a:t>Makefile</a:t>
            </a: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vi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#or nano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26918F-F4E4-F6A1-BC02-9F808F284F5C}"/>
              </a:ext>
            </a:extLst>
          </p:cNvPr>
          <p:cNvSpPr txBox="1"/>
          <p:nvPr/>
        </p:nvSpPr>
        <p:spPr>
          <a:xfrm>
            <a:off x="1611368" y="2541084"/>
            <a:ext cx="8969264" cy="240065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[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user</a:t>
            </a: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@ln02 </a:t>
            </a:r>
            <a:r>
              <a:rPr lang="en-US" sz="15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zpic_CompParalela</a:t>
            </a: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]$ cat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Makefile</a:t>
            </a:r>
            <a:endParaRPr lang="en-US" sz="1500" dirty="0">
              <a:solidFill>
                <a:schemeClr val="bg1"/>
              </a:solidFill>
              <a:latin typeface="Courier New" panose="02070309020205020404" pitchFamily="49" charset="0"/>
              <a:ea typeface="Menlo" panose="020B06090308040202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(...)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# GCC options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CC =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scorep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gcc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 # Change this to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scorep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gcc</a:t>
            </a:r>
            <a:endParaRPr lang="en-US" sz="1500" dirty="0">
              <a:solidFill>
                <a:schemeClr val="bg1"/>
              </a:solidFill>
              <a:latin typeface="Courier New" panose="02070309020205020404" pitchFamily="49" charset="0"/>
              <a:ea typeface="Menlo" panose="020B06090308040202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CFLAGS = -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Ofast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 -g -std=c99 -pedantic -Wall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#CFLAGS = -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Kfast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 -std=c99 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LDFLAGS = -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lm</a:t>
            </a:r>
            <a:endParaRPr lang="en-US" sz="1500" dirty="0">
              <a:solidFill>
                <a:schemeClr val="bg1"/>
              </a:solidFill>
              <a:latin typeface="Courier New" panose="02070309020205020404" pitchFamily="49" charset="0"/>
              <a:ea typeface="Menlo" panose="020B0609030804020204" pitchFamily="49" charset="0"/>
              <a:cs typeface="Courier New" panose="02070309020205020404" pitchFamily="49" charset="0"/>
            </a:endParaRPr>
          </a:p>
          <a:p>
            <a:endParaRPr lang="en-US" sz="1500" dirty="0">
              <a:solidFill>
                <a:schemeClr val="bg1"/>
              </a:solidFill>
              <a:latin typeface="Courier New" panose="02070309020205020404" pitchFamily="49" charset="0"/>
              <a:ea typeface="Menlo" panose="020B06090308040202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(...)</a:t>
            </a:r>
          </a:p>
          <a:p>
            <a:endParaRPr lang="en-US" sz="1500" dirty="0">
              <a:solidFill>
                <a:schemeClr val="bg1"/>
              </a:solidFill>
              <a:latin typeface="Courier New" panose="02070309020205020404" pitchFamily="49" charset="0"/>
              <a:ea typeface="Menlo" panose="020B06090308040202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E130C-5594-047C-6081-80950A10B6A3}"/>
              </a:ext>
            </a:extLst>
          </p:cNvPr>
          <p:cNvSpPr txBox="1"/>
          <p:nvPr/>
        </p:nvSpPr>
        <p:spPr>
          <a:xfrm>
            <a:off x="533400" y="5173331"/>
            <a:ext cx="9855200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Compile again and run (in an ARM node!!!!):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ml Score-P/8.4-gompi-2024a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make clean; make; ./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zpic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E2CEF-431D-2E3E-95C1-289A49CC1A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DEE3D3-4E10-E24C-815A-D40C430BBB7C}" type="slidenum">
              <a:rPr lang="pt-PT" smtClean="0"/>
              <a:pPr/>
              <a:t>5</a:t>
            </a:fld>
            <a:endParaRPr lang="pt-P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241A3-32F9-6AF5-3C9E-CD9C71F97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107" y="1611156"/>
            <a:ext cx="8302493" cy="474519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90F556C-0C64-0555-F954-CEDB3BC1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29775"/>
            <a:ext cx="10337800" cy="948532"/>
          </a:xfrm>
        </p:spPr>
        <p:txBody>
          <a:bodyPr>
            <a:normAutofit/>
          </a:bodyPr>
          <a:lstStyle/>
          <a:p>
            <a:r>
              <a:rPr lang="en-US" dirty="0"/>
              <a:t>Profiling (use </a:t>
            </a:r>
            <a:r>
              <a:rPr lang="en-US" dirty="0" err="1"/>
              <a:t>MobaXterm</a:t>
            </a:r>
            <a:r>
              <a:rPr lang="en-US" dirty="0"/>
              <a:t> for windows)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897C8-2242-DB5D-BF15-7181A7A9B069}"/>
              </a:ext>
            </a:extLst>
          </p:cNvPr>
          <p:cNvSpPr txBox="1"/>
          <p:nvPr/>
        </p:nvSpPr>
        <p:spPr>
          <a:xfrm>
            <a:off x="533400" y="1541976"/>
            <a:ext cx="2822707" cy="1113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Start another session in a login node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ssh –X or ssh -Y</a:t>
            </a: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596C4-0082-15D3-ED13-192CEC110C96}"/>
              </a:ext>
            </a:extLst>
          </p:cNvPr>
          <p:cNvSpPr txBox="1"/>
          <p:nvPr/>
        </p:nvSpPr>
        <p:spPr>
          <a:xfrm>
            <a:off x="533397" y="2733781"/>
            <a:ext cx="2822707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Load Cube:</a:t>
            </a:r>
            <a:b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CubeGUI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D02509-F8FB-40D6-B36C-3C2200975ADC}"/>
              </a:ext>
            </a:extLst>
          </p:cNvPr>
          <p:cNvSpPr txBox="1"/>
          <p:nvPr/>
        </p:nvSpPr>
        <p:spPr>
          <a:xfrm>
            <a:off x="533398" y="3655789"/>
            <a:ext cx="2822707" cy="1001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Read Cube file:</a:t>
            </a:r>
            <a:b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cd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scorep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-* </a:t>
            </a:r>
          </a:p>
          <a:p>
            <a:pPr>
              <a:lnSpc>
                <a:spcPct val="125000"/>
              </a:lnSpc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cube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profile.cubex</a:t>
            </a: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AECAD-30A7-E174-F785-7C1762215689}"/>
              </a:ext>
            </a:extLst>
          </p:cNvPr>
          <p:cNvSpPr txBox="1"/>
          <p:nvPr/>
        </p:nvSpPr>
        <p:spPr>
          <a:xfrm>
            <a:off x="533397" y="4932035"/>
            <a:ext cx="2822707" cy="1113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Select time on Metric tree and verify hotspots in Call tree</a:t>
            </a: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Google Shape;154;p5">
            <a:extLst>
              <a:ext uri="{FF2B5EF4-FFF2-40B4-BE49-F238E27FC236}">
                <a16:creationId xmlns:a16="http://schemas.microsoft.com/office/drawing/2014/main" id="{A2EA727E-FF73-09C9-52EB-2F69D0EF7539}"/>
              </a:ext>
            </a:extLst>
          </p:cNvPr>
          <p:cNvSpPr txBox="1">
            <a:spLocks/>
          </p:cNvSpPr>
          <p:nvPr/>
        </p:nvSpPr>
        <p:spPr>
          <a:xfrm>
            <a:off x="7769924" y="6356350"/>
            <a:ext cx="35469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23324C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PT" dirty="0"/>
              <a:t>Computação Paralela 2025/26, 27th </a:t>
            </a:r>
            <a:r>
              <a:rPr lang="pt-PT" dirty="0" err="1"/>
              <a:t>October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595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90316-DB29-F45E-31CA-E65A5C388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9296-5AD5-81B8-0334-A536F8B8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29775"/>
            <a:ext cx="9553464" cy="948532"/>
          </a:xfrm>
        </p:spPr>
        <p:txBody>
          <a:bodyPr>
            <a:normAutofit/>
          </a:bodyPr>
          <a:lstStyle/>
          <a:p>
            <a:r>
              <a:rPr lang="en-US" dirty="0"/>
              <a:t>Improving the code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93DEF-7232-1558-7F6F-4C0018B487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FA13FB-7553-BD4D-B9B5-650C9A7A16C6}" type="slidenum">
              <a:rPr lang="en-PT" smtClean="0">
                <a:latin typeface="Funnel Display" pitchFamily="2" charset="0"/>
              </a:rPr>
              <a:t>6</a:t>
            </a:fld>
            <a:endParaRPr lang="en-PT" dirty="0">
              <a:latin typeface="Funnel Display" pitchFamily="2" charset="0"/>
            </a:endParaRPr>
          </a:p>
        </p:txBody>
      </p:sp>
      <p:sp>
        <p:nvSpPr>
          <p:cNvPr id="72" name="Google Shape;154;p5">
            <a:extLst>
              <a:ext uri="{FF2B5EF4-FFF2-40B4-BE49-F238E27FC236}">
                <a16:creationId xmlns:a16="http://schemas.microsoft.com/office/drawing/2014/main" id="{E7CEA863-C157-C837-BC43-215E0BA0B0C3}"/>
              </a:ext>
            </a:extLst>
          </p:cNvPr>
          <p:cNvSpPr txBox="1">
            <a:spLocks/>
          </p:cNvSpPr>
          <p:nvPr/>
        </p:nvSpPr>
        <p:spPr>
          <a:xfrm>
            <a:off x="7769924" y="6356350"/>
            <a:ext cx="35469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23324C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PT" dirty="0"/>
              <a:t>Computação Paralela 2025/26, 27th </a:t>
            </a:r>
            <a:r>
              <a:rPr lang="pt-PT" dirty="0" err="1"/>
              <a:t>October</a:t>
            </a:r>
            <a:endParaRPr lang="pt-P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FB741-1D96-FB11-75C8-14D016F6BC92}"/>
              </a:ext>
            </a:extLst>
          </p:cNvPr>
          <p:cNvSpPr txBox="1"/>
          <p:nvPr/>
        </p:nvSpPr>
        <p:spPr>
          <a:xfrm>
            <a:off x="533400" y="1541976"/>
            <a:ext cx="9855200" cy="767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Change </a:t>
            </a:r>
            <a:r>
              <a:rPr lang="en-US" b="1" dirty="0" err="1">
                <a:latin typeface="Funnel Display SemiBold" pitchFamily="2" charset="0"/>
                <a:cs typeface="Courier New" panose="02070309020205020404" pitchFamily="49" charset="0"/>
              </a:rPr>
              <a:t>emf.c</a:t>
            </a: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 and improve function </a:t>
            </a:r>
            <a:r>
              <a:rPr lang="en-US" b="1" dirty="0" err="1">
                <a:latin typeface="Funnel Display SemiBold" pitchFamily="2" charset="0"/>
                <a:cs typeface="Courier New" panose="02070309020205020404" pitchFamily="49" charset="0"/>
              </a:rPr>
              <a:t>yee_e</a:t>
            </a: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vi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emf.c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5DE7-F21D-4899-EF2E-B0DA5C399F25}"/>
              </a:ext>
            </a:extLst>
          </p:cNvPr>
          <p:cNvSpPr txBox="1"/>
          <p:nvPr/>
        </p:nvSpPr>
        <p:spPr>
          <a:xfrm>
            <a:off x="1611368" y="3190239"/>
            <a:ext cx="8969264" cy="240487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@ln02 </a:t>
            </a:r>
            <a:r>
              <a:rPr lang="en-US" sz="15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zpic_CompParalela</a:t>
            </a: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]$ cat </a:t>
            </a:r>
            <a:r>
              <a:rPr lang="en-US" sz="15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emf.c</a:t>
            </a: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>
              <a:buNone/>
            </a:pP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(...) inside function </a:t>
            </a:r>
            <a:r>
              <a:rPr lang="en-US" sz="15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yee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_e</a:t>
            </a:r>
            <a:endParaRPr lang="en-US" sz="15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Canonical implementation</a:t>
            </a:r>
          </a:p>
          <a:p>
            <a:endParaRPr lang="en-US" sz="15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nx+1;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].x += (                                - dt * J[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].x );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].y += ( -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dt_dx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( B[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].z - B[i-1].z) - dt * J[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].y );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].z += ( +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dt_dx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( B[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].y - B[i-1].y) - dt * J[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].z );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5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  <a:endParaRPr lang="en-US" sz="15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B65F9-3135-B330-7AF7-B6955E1445BE}"/>
              </a:ext>
            </a:extLst>
          </p:cNvPr>
          <p:cNvSpPr txBox="1"/>
          <p:nvPr/>
        </p:nvSpPr>
        <p:spPr>
          <a:xfrm>
            <a:off x="725432" y="5588832"/>
            <a:ext cx="9855200" cy="420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b="1" dirty="0">
                <a:latin typeface="Funnel Display" pitchFamily="2" charset="0"/>
                <a:cs typeface="Courier New" panose="02070309020205020404" pitchFamily="49" charset="0"/>
              </a:rPr>
              <a:t>Does E[</a:t>
            </a:r>
            <a:r>
              <a:rPr lang="en-US" b="1" dirty="0" err="1">
                <a:latin typeface="Funnel Display" pitchFamily="2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Funnel Display" pitchFamily="2" charset="0"/>
                <a:cs typeface="Courier New" panose="02070309020205020404" pitchFamily="49" charset="0"/>
              </a:rPr>
              <a:t>] depend on E[j], </a:t>
            </a:r>
            <a:r>
              <a:rPr lang="en-US" b="1" dirty="0" err="1">
                <a:latin typeface="Funnel Display" pitchFamily="2" charset="0"/>
                <a:cs typeface="Courier New" panose="02070309020205020404" pitchFamily="49" charset="0"/>
              </a:rPr>
              <a:t>j≠i</a:t>
            </a:r>
            <a:r>
              <a:rPr lang="en-US" b="1" dirty="0">
                <a:latin typeface="Funnel Display" pitchFamily="2" charset="0"/>
                <a:cs typeface="Courier New" panose="02070309020205020404" pitchFamily="49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8F37E-B13C-A412-071C-F28C0951D017}"/>
              </a:ext>
            </a:extLst>
          </p:cNvPr>
          <p:cNvSpPr txBox="1"/>
          <p:nvPr/>
        </p:nvSpPr>
        <p:spPr>
          <a:xfrm>
            <a:off x="725432" y="5972591"/>
            <a:ext cx="9855200" cy="420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b="1" dirty="0">
                <a:latin typeface="Funnel Display" pitchFamily="2" charset="0"/>
                <a:cs typeface="Courier New" panose="02070309020205020404" pitchFamily="49" charset="0"/>
              </a:rPr>
              <a:t>How can one simply improve this function? </a:t>
            </a:r>
          </a:p>
        </p:txBody>
      </p:sp>
    </p:spTree>
    <p:extLst>
      <p:ext uri="{BB962C8B-B14F-4D97-AF65-F5344CB8AC3E}">
        <p14:creationId xmlns:p14="http://schemas.microsoft.com/office/powerpoint/2010/main" val="52964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F097-3EA9-DD62-B983-2070DFAB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7A6AA-5FCE-8E0D-69FE-F0EA89414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29775"/>
            <a:ext cx="9553464" cy="948532"/>
          </a:xfrm>
        </p:spPr>
        <p:txBody>
          <a:bodyPr>
            <a:normAutofit/>
          </a:bodyPr>
          <a:lstStyle/>
          <a:p>
            <a:r>
              <a:rPr lang="en-US" dirty="0"/>
              <a:t>Improving the code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85A1B9-23E2-ED58-B08C-3FF82B5BCF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FA13FB-7553-BD4D-B9B5-650C9A7A16C6}" type="slidenum">
              <a:rPr lang="en-PT" smtClean="0">
                <a:latin typeface="Funnel Display" pitchFamily="2" charset="0"/>
              </a:rPr>
              <a:t>7</a:t>
            </a:fld>
            <a:endParaRPr lang="en-PT" dirty="0">
              <a:latin typeface="Funnel Display" pitchFamily="2" charset="0"/>
            </a:endParaRPr>
          </a:p>
        </p:txBody>
      </p:sp>
      <p:sp>
        <p:nvSpPr>
          <p:cNvPr id="72" name="Google Shape;154;p5">
            <a:extLst>
              <a:ext uri="{FF2B5EF4-FFF2-40B4-BE49-F238E27FC236}">
                <a16:creationId xmlns:a16="http://schemas.microsoft.com/office/drawing/2014/main" id="{C891D472-B527-EDC4-5249-36D2AEDDCB23}"/>
              </a:ext>
            </a:extLst>
          </p:cNvPr>
          <p:cNvSpPr txBox="1">
            <a:spLocks/>
          </p:cNvSpPr>
          <p:nvPr/>
        </p:nvSpPr>
        <p:spPr>
          <a:xfrm>
            <a:off x="7769924" y="6356350"/>
            <a:ext cx="35469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23324C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PT" dirty="0"/>
              <a:t>Computação Paralela 2025/26, 27th </a:t>
            </a:r>
            <a:r>
              <a:rPr lang="pt-PT" dirty="0" err="1"/>
              <a:t>October</a:t>
            </a:r>
            <a:endParaRPr lang="pt-P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CE0BE9-CED4-8CE7-C21B-E10536EB0641}"/>
              </a:ext>
            </a:extLst>
          </p:cNvPr>
          <p:cNvSpPr txBox="1"/>
          <p:nvPr/>
        </p:nvSpPr>
        <p:spPr>
          <a:xfrm>
            <a:off x="533400" y="1541976"/>
            <a:ext cx="9855200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Change </a:t>
            </a:r>
            <a:r>
              <a:rPr lang="en-US" b="1" dirty="0" err="1">
                <a:latin typeface="Funnel Display SemiBold" pitchFamily="2" charset="0"/>
                <a:cs typeface="Courier New" panose="02070309020205020404" pitchFamily="49" charset="0"/>
              </a:rPr>
              <a:t>emf.c</a:t>
            </a: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 and improve function </a:t>
            </a:r>
            <a:r>
              <a:rPr lang="en-US" b="1" dirty="0" err="1">
                <a:latin typeface="Funnel Display SemiBold" pitchFamily="2" charset="0"/>
                <a:cs typeface="Courier New" panose="02070309020205020404" pitchFamily="49" charset="0"/>
              </a:rPr>
              <a:t>yee_e</a:t>
            </a:r>
            <a:r>
              <a:rPr lang="en-US" b="1" dirty="0">
                <a:latin typeface="Funnel Display SemiBold" pitchFamily="2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cd /path/to/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zpic_CompParalela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vi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emf.c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6BDA8A-839C-CB4D-4923-572E4CFA65B8}"/>
              </a:ext>
            </a:extLst>
          </p:cNvPr>
          <p:cNvSpPr txBox="1"/>
          <p:nvPr/>
        </p:nvSpPr>
        <p:spPr>
          <a:xfrm>
            <a:off x="1611368" y="3190240"/>
            <a:ext cx="8969264" cy="240487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@ln02 </a:t>
            </a:r>
            <a:r>
              <a:rPr lang="en-US" sz="15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zpic_CompParalela</a:t>
            </a: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]$ cat </a:t>
            </a:r>
            <a:r>
              <a:rPr lang="en-US" sz="15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emf.c</a:t>
            </a: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>
              <a:buNone/>
            </a:pPr>
            <a:r>
              <a:rPr lang="en-US" sz="15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(...) inside function </a:t>
            </a:r>
            <a:r>
              <a:rPr lang="en-US" sz="15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yee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_e</a:t>
            </a:r>
            <a:endParaRPr lang="en-US" sz="15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Canonical implementation</a:t>
            </a:r>
          </a:p>
          <a:p>
            <a:r>
              <a:rPr lang="en-US" sz="15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sz="15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sz="15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parallel for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nx+1;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].x += (                                - dt * J[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].x );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].y += ( -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dt_dx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( B[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].z - B[i-1].z) - dt * J[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].y );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].z += ( + 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dt_dx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( B[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].y - B[i-1].y) - dt * J[</a:t>
            </a:r>
            <a:r>
              <a:rPr lang="en-US" sz="15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].z );</a:t>
            </a:r>
          </a:p>
          <a:p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5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  <a:endParaRPr lang="en-US" sz="15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619BA-4287-9AB1-CA53-46C8E07943CD}"/>
              </a:ext>
            </a:extLst>
          </p:cNvPr>
          <p:cNvSpPr txBox="1"/>
          <p:nvPr/>
        </p:nvSpPr>
        <p:spPr>
          <a:xfrm>
            <a:off x="725432" y="5588832"/>
            <a:ext cx="9857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b="1" dirty="0">
                <a:latin typeface="Funnel Display" pitchFamily="2" charset="0"/>
                <a:cs typeface="Courier New" panose="02070309020205020404" pitchFamily="49" charset="0"/>
              </a:rPr>
              <a:t>Now redo the profiling and add the appropriate flags to activate </a:t>
            </a:r>
            <a:r>
              <a:rPr lang="en-US" b="1" dirty="0" err="1">
                <a:latin typeface="Funnel Display" pitchFamily="2" charset="0"/>
                <a:cs typeface="Courier New" panose="02070309020205020404" pitchFamily="49" charset="0"/>
              </a:rPr>
              <a:t>openMP</a:t>
            </a:r>
            <a:endParaRPr lang="en-US" b="1" dirty="0">
              <a:latin typeface="Funnel Display" pitchFamily="2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B0FF9-750C-26F5-CB1C-2683BB5D57D0}"/>
              </a:ext>
            </a:extLst>
          </p:cNvPr>
          <p:cNvSpPr txBox="1"/>
          <p:nvPr/>
        </p:nvSpPr>
        <p:spPr>
          <a:xfrm>
            <a:off x="725432" y="5972591"/>
            <a:ext cx="9855200" cy="420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b="1" dirty="0">
                <a:latin typeface="Funnel Display" pitchFamily="2" charset="0"/>
                <a:cs typeface="Courier New" panose="02070309020205020404" pitchFamily="49" charset="0"/>
              </a:rPr>
              <a:t>Don’t forget to set OMP_NUM_THREADS (</a:t>
            </a:r>
            <a:r>
              <a:rPr lang="en-US" b="1">
                <a:latin typeface="Funnel Display" pitchFamily="2" charset="0"/>
                <a:cs typeface="Courier New" panose="02070309020205020404" pitchFamily="49" charset="0"/>
              </a:rPr>
              <a:t>e.g., 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export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OMP_NUM_THREADS=2</a:t>
            </a:r>
            <a:r>
              <a:rPr lang="en-US" b="1" dirty="0">
                <a:latin typeface="Funnel Display" pitchFamily="2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938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r 15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ADE380"/>
      </a:accent1>
      <a:accent2>
        <a:srgbClr val="26AFB0"/>
      </a:accent2>
      <a:accent3>
        <a:srgbClr val="EFEFEF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3324C"/>
        </a:solidFill>
        <a:ln w="9498" cap="flat">
          <a:noFill/>
          <a:prstDash val="solid"/>
          <a:miter/>
        </a:ln>
      </a:spPr>
      <a:bodyPr rtlCol="0" anchor="ctr"/>
      <a:lstStyle>
        <a:defPPr algn="l">
          <a:defRPr dirty="0">
            <a:noFill/>
            <a:latin typeface="Funnel Display" pitchFamily="2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19345</TotalTime>
  <Words>758</Words>
  <Application>Microsoft Macintosh PowerPoint</Application>
  <PresentationFormat>Widescreen</PresentationFormat>
  <Paragraphs>100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Courier New</vt:lpstr>
      <vt:lpstr>Funnel Display</vt:lpstr>
      <vt:lpstr>Funnel Display Light</vt:lpstr>
      <vt:lpstr>Funnel Display Medium</vt:lpstr>
      <vt:lpstr>Funnel Display SemiBold</vt:lpstr>
      <vt:lpstr>Tema do Office</vt:lpstr>
      <vt:lpstr>PowerPoint Presentation</vt:lpstr>
      <vt:lpstr>Compiling zpic for the first time</vt:lpstr>
      <vt:lpstr>Changing the input</vt:lpstr>
      <vt:lpstr>Profiling</vt:lpstr>
      <vt:lpstr>Profiling (use MobaXterm for windows)</vt:lpstr>
      <vt:lpstr>Improving the code</vt:lpstr>
      <vt:lpstr>Improving the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</dc:title>
  <dc:creator>Bruno Miguel dos Santos Gomes</dc:creator>
  <cp:lastModifiedBy>Bernardo Farinha Malaca</cp:lastModifiedBy>
  <cp:revision>33</cp:revision>
  <dcterms:created xsi:type="dcterms:W3CDTF">2025-09-03T14:06:31Z</dcterms:created>
  <dcterms:modified xsi:type="dcterms:W3CDTF">2025-10-28T09:35:27Z</dcterms:modified>
</cp:coreProperties>
</file>